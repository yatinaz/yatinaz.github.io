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Lst>
  <p:sldSz cy="43891200" cx="329184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6" roundtripDataSignature="AMtx7mhEnh53F2TueiyNux+dmQiNXDmic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6"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7258"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7258"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7258"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7258"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7258"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7258"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7258"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7258"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7258"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7258"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7258"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7258"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7258"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7258"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7258"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7258"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271713" y="1143000"/>
            <a:ext cx="231457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7258"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7258"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7258"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7258"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7258"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7258"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7258"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7258"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 name="Shape 28"/>
        <p:cNvGrpSpPr/>
        <p:nvPr/>
      </p:nvGrpSpPr>
      <p:grpSpPr>
        <a:xfrm>
          <a:off x="0" y="0"/>
          <a:ext cx="0" cy="0"/>
          <a:chOff x="0" y="0"/>
          <a:chExt cx="0" cy="0"/>
        </a:xfrm>
      </p:grpSpPr>
      <p:sp>
        <p:nvSpPr>
          <p:cNvPr id="29" name="Google Shape;29;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 name="Google Shape;30;p1:notes"/>
          <p:cNvSpPr/>
          <p:nvPr>
            <p:ph idx="2" type="sldImg"/>
          </p:nvPr>
        </p:nvSpPr>
        <p:spPr>
          <a:xfrm>
            <a:off x="2271713" y="1143000"/>
            <a:ext cx="23145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Background">
  <p:cSld name="Blank Background">
    <p:spTree>
      <p:nvGrpSpPr>
        <p:cNvPr id="16" name="Shape 16"/>
        <p:cNvGrpSpPr/>
        <p:nvPr/>
      </p:nvGrpSpPr>
      <p:grpSpPr>
        <a:xfrm>
          <a:off x="0" y="0"/>
          <a:ext cx="0" cy="0"/>
          <a:chOff x="0" y="0"/>
          <a:chExt cx="0" cy="0"/>
        </a:xfrm>
      </p:grpSpPr>
      <p:cxnSp>
        <p:nvCxnSpPr>
          <p:cNvPr id="17" name="Google Shape;17;p3"/>
          <p:cNvCxnSpPr/>
          <p:nvPr/>
        </p:nvCxnSpPr>
        <p:spPr>
          <a:xfrm>
            <a:off x="11118028" y="6388482"/>
            <a:ext cx="0" cy="34251518"/>
          </a:xfrm>
          <a:prstGeom prst="straightConnector1">
            <a:avLst/>
          </a:prstGeom>
          <a:noFill/>
          <a:ln cap="flat" cmpd="sng" w="25400">
            <a:solidFill>
              <a:schemeClr val="dk1"/>
            </a:solidFill>
            <a:prstDash val="dash"/>
            <a:round/>
            <a:headEnd len="med" w="med" type="oval"/>
            <a:tailEnd len="med" w="med" type="oval"/>
          </a:ln>
        </p:spPr>
      </p:cxnSp>
      <p:cxnSp>
        <p:nvCxnSpPr>
          <p:cNvPr id="18" name="Google Shape;18;p3"/>
          <p:cNvCxnSpPr/>
          <p:nvPr/>
        </p:nvCxnSpPr>
        <p:spPr>
          <a:xfrm>
            <a:off x="21796850" y="6393926"/>
            <a:ext cx="0" cy="34253424"/>
          </a:xfrm>
          <a:prstGeom prst="straightConnector1">
            <a:avLst/>
          </a:prstGeom>
          <a:noFill/>
          <a:ln cap="flat" cmpd="sng" w="25400">
            <a:solidFill>
              <a:schemeClr val="dk1"/>
            </a:solidFill>
            <a:prstDash val="dash"/>
            <a:round/>
            <a:headEnd len="med" w="med" type="oval"/>
            <a:tailEnd len="med" w="med" type="oval"/>
          </a:ln>
        </p:spPr>
      </p:cxnSp>
      <p:sp>
        <p:nvSpPr>
          <p:cNvPr id="19" name="Google Shape;19;p3"/>
          <p:cNvSpPr/>
          <p:nvPr>
            <p:ph idx="2" type="pic"/>
          </p:nvPr>
        </p:nvSpPr>
        <p:spPr>
          <a:xfrm>
            <a:off x="914400" y="24148868"/>
            <a:ext cx="9715500" cy="7452360"/>
          </a:xfrm>
          <a:prstGeom prst="rect">
            <a:avLst/>
          </a:prstGeom>
          <a:solidFill>
            <a:srgbClr val="D8D8D8"/>
          </a:solidFill>
          <a:ln>
            <a:noFill/>
          </a:ln>
        </p:spPr>
      </p:sp>
      <p:sp>
        <p:nvSpPr>
          <p:cNvPr id="20" name="Google Shape;20;p3"/>
          <p:cNvSpPr/>
          <p:nvPr>
            <p:ph idx="3" type="pic"/>
          </p:nvPr>
        </p:nvSpPr>
        <p:spPr>
          <a:xfrm>
            <a:off x="914400" y="33162240"/>
            <a:ext cx="9715500" cy="7452360"/>
          </a:xfrm>
          <a:prstGeom prst="rect">
            <a:avLst/>
          </a:prstGeom>
          <a:solidFill>
            <a:srgbClr val="D8D8D8"/>
          </a:solidFill>
          <a:ln>
            <a:noFill/>
          </a:ln>
        </p:spPr>
      </p:sp>
      <p:sp>
        <p:nvSpPr>
          <p:cNvPr id="21" name="Google Shape;21;p3"/>
          <p:cNvSpPr txBox="1"/>
          <p:nvPr>
            <p:ph idx="1" type="body"/>
          </p:nvPr>
        </p:nvSpPr>
        <p:spPr>
          <a:xfrm>
            <a:off x="914400" y="6515100"/>
            <a:ext cx="9715500" cy="16399329"/>
          </a:xfrm>
          <a:prstGeom prst="rect">
            <a:avLst/>
          </a:prstGeom>
          <a:noFill/>
          <a:ln>
            <a:noFill/>
          </a:ln>
        </p:spPr>
        <p:txBody>
          <a:bodyPr anchorCtr="0" anchor="t" bIns="45700" lIns="91425" spcFirstLastPara="1" rIns="91425" wrap="square" tIns="45700">
            <a:noAutofit/>
          </a:bodyPr>
          <a:lstStyle>
            <a:lvl1pPr indent="-406400" lvl="0" marL="457200" marR="0" rtl="0" algn="l">
              <a:lnSpc>
                <a:spcPct val="164285"/>
              </a:lnSpc>
              <a:spcBef>
                <a:spcPts val="0"/>
              </a:spcBef>
              <a:spcAft>
                <a:spcPts val="0"/>
              </a:spcAft>
              <a:buClr>
                <a:srgbClr val="7F7F7F"/>
              </a:buClr>
              <a:buSzPts val="2800"/>
              <a:buFont typeface="Arial"/>
              <a:buChar char="•"/>
              <a:defRPr b="0" i="0" sz="2800" u="none" cap="none" strike="noStrike">
                <a:solidFill>
                  <a:srgbClr val="7F7F7F"/>
                </a:solidFill>
                <a:latin typeface="Arial"/>
                <a:ea typeface="Arial"/>
                <a:cs typeface="Arial"/>
                <a:sym typeface="Arial"/>
              </a:defRPr>
            </a:lvl1pPr>
            <a:lvl2pPr indent="-406400" lvl="1" marL="914400" marR="0" rtl="0" algn="l">
              <a:lnSpc>
                <a:spcPct val="164285"/>
              </a:lnSpc>
              <a:spcBef>
                <a:spcPts val="0"/>
              </a:spcBef>
              <a:spcAft>
                <a:spcPts val="0"/>
              </a:spcAft>
              <a:buClr>
                <a:srgbClr val="7F7F7F"/>
              </a:buClr>
              <a:buSzPts val="2800"/>
              <a:buFont typeface="Arial"/>
              <a:buChar char="•"/>
              <a:defRPr b="0" i="0" sz="2800" u="none" cap="none" strike="noStrike">
                <a:solidFill>
                  <a:srgbClr val="7F7F7F"/>
                </a:solidFill>
                <a:latin typeface="Arial"/>
                <a:ea typeface="Arial"/>
                <a:cs typeface="Arial"/>
                <a:sym typeface="Arial"/>
              </a:defRPr>
            </a:lvl2pPr>
            <a:lvl3pPr indent="-406400" lvl="2" marL="1371600" marR="0" rtl="0" algn="l">
              <a:lnSpc>
                <a:spcPct val="164285"/>
              </a:lnSpc>
              <a:spcBef>
                <a:spcPts val="0"/>
              </a:spcBef>
              <a:spcAft>
                <a:spcPts val="0"/>
              </a:spcAft>
              <a:buClr>
                <a:srgbClr val="7F7F7F"/>
              </a:buClr>
              <a:buSzPts val="2800"/>
              <a:buFont typeface="Arial"/>
              <a:buChar char="•"/>
              <a:defRPr b="0" i="0" sz="2800" u="none" cap="none" strike="noStrike">
                <a:solidFill>
                  <a:srgbClr val="7F7F7F"/>
                </a:solidFill>
                <a:latin typeface="Arial"/>
                <a:ea typeface="Arial"/>
                <a:cs typeface="Arial"/>
                <a:sym typeface="Arial"/>
              </a:defRPr>
            </a:lvl3pPr>
            <a:lvl4pPr indent="-406400" lvl="3" marL="1828800" marR="0" rtl="0" algn="l">
              <a:lnSpc>
                <a:spcPct val="164285"/>
              </a:lnSpc>
              <a:spcBef>
                <a:spcPts val="0"/>
              </a:spcBef>
              <a:spcAft>
                <a:spcPts val="0"/>
              </a:spcAft>
              <a:buClr>
                <a:srgbClr val="7F7F7F"/>
              </a:buClr>
              <a:buSzPts val="2800"/>
              <a:buFont typeface="Arial"/>
              <a:buChar char="•"/>
              <a:defRPr b="0" i="0" sz="2800" u="none" cap="none" strike="noStrike">
                <a:solidFill>
                  <a:srgbClr val="7F7F7F"/>
                </a:solidFill>
                <a:latin typeface="Arial"/>
                <a:ea typeface="Arial"/>
                <a:cs typeface="Arial"/>
                <a:sym typeface="Arial"/>
              </a:defRPr>
            </a:lvl4pPr>
            <a:lvl5pPr indent="-406400" lvl="4" marL="2286000" marR="0" rtl="0" algn="l">
              <a:lnSpc>
                <a:spcPct val="164285"/>
              </a:lnSpc>
              <a:spcBef>
                <a:spcPts val="0"/>
              </a:spcBef>
              <a:spcAft>
                <a:spcPts val="0"/>
              </a:spcAft>
              <a:buClr>
                <a:srgbClr val="245EAC"/>
              </a:buClr>
              <a:buSzPts val="2800"/>
              <a:buFont typeface="Arial"/>
              <a:buChar char="•"/>
              <a:defRPr b="0" i="0" sz="2800" u="none" cap="none" strike="noStrike">
                <a:solidFill>
                  <a:srgbClr val="7F7F7F"/>
                </a:solidFill>
                <a:latin typeface="Arial"/>
                <a:ea typeface="Arial"/>
                <a:cs typeface="Arial"/>
                <a:sym typeface="Arial"/>
              </a:defRPr>
            </a:lvl5pPr>
            <a:lvl6pPr indent="-381000" lvl="5" marL="2743200" marR="0" rtl="0" algn="l">
              <a:lnSpc>
                <a:spcPct val="90000"/>
              </a:lnSpc>
              <a:spcBef>
                <a:spcPts val="667"/>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6pPr>
            <a:lvl7pPr indent="-381000" lvl="6" marL="3200400" marR="0" rtl="0" algn="l">
              <a:lnSpc>
                <a:spcPct val="90000"/>
              </a:lnSpc>
              <a:spcBef>
                <a:spcPts val="667"/>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7pPr>
            <a:lvl8pPr indent="-381000" lvl="7" marL="3657600" marR="0" rtl="0" algn="l">
              <a:lnSpc>
                <a:spcPct val="90000"/>
              </a:lnSpc>
              <a:spcBef>
                <a:spcPts val="667"/>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8pPr>
            <a:lvl9pPr indent="-381000" lvl="8" marL="4114800" marR="0" rtl="0" algn="l">
              <a:lnSpc>
                <a:spcPct val="90000"/>
              </a:lnSpc>
              <a:spcBef>
                <a:spcPts val="667"/>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9pPr>
          </a:lstStyle>
          <a:p/>
        </p:txBody>
      </p:sp>
      <p:sp>
        <p:nvSpPr>
          <p:cNvPr id="22" name="Google Shape;22;p3"/>
          <p:cNvSpPr txBox="1"/>
          <p:nvPr>
            <p:ph idx="4" type="body"/>
          </p:nvPr>
        </p:nvSpPr>
        <p:spPr>
          <a:xfrm>
            <a:off x="11618259" y="6515100"/>
            <a:ext cx="9744250" cy="20187557"/>
          </a:xfrm>
          <a:prstGeom prst="rect">
            <a:avLst/>
          </a:prstGeom>
          <a:noFill/>
          <a:ln>
            <a:noFill/>
          </a:ln>
        </p:spPr>
        <p:txBody>
          <a:bodyPr anchorCtr="0" anchor="t" bIns="45700" lIns="91425" spcFirstLastPara="1" rIns="91425" wrap="square" tIns="45700">
            <a:noAutofit/>
          </a:bodyPr>
          <a:lstStyle>
            <a:lvl1pPr indent="-406400" lvl="0" marL="457200" marR="0" rtl="0" algn="l">
              <a:lnSpc>
                <a:spcPct val="164285"/>
              </a:lnSpc>
              <a:spcBef>
                <a:spcPts val="0"/>
              </a:spcBef>
              <a:spcAft>
                <a:spcPts val="0"/>
              </a:spcAft>
              <a:buClr>
                <a:srgbClr val="7F7F7F"/>
              </a:buClr>
              <a:buSzPts val="2800"/>
              <a:buFont typeface="Arial"/>
              <a:buChar char="•"/>
              <a:defRPr b="0" i="0" sz="2800" u="none" cap="none" strike="noStrike">
                <a:solidFill>
                  <a:srgbClr val="7F7F7F"/>
                </a:solidFill>
                <a:latin typeface="Arial"/>
                <a:ea typeface="Arial"/>
                <a:cs typeface="Arial"/>
                <a:sym typeface="Arial"/>
              </a:defRPr>
            </a:lvl1pPr>
            <a:lvl2pPr indent="-406400" lvl="1" marL="914400" marR="0" rtl="0" algn="l">
              <a:lnSpc>
                <a:spcPct val="164285"/>
              </a:lnSpc>
              <a:spcBef>
                <a:spcPts val="0"/>
              </a:spcBef>
              <a:spcAft>
                <a:spcPts val="0"/>
              </a:spcAft>
              <a:buClr>
                <a:srgbClr val="7F7F7F"/>
              </a:buClr>
              <a:buSzPts val="2800"/>
              <a:buFont typeface="Arial"/>
              <a:buChar char="•"/>
              <a:defRPr b="0" i="0" sz="2800" u="none" cap="none" strike="noStrike">
                <a:solidFill>
                  <a:srgbClr val="7F7F7F"/>
                </a:solidFill>
                <a:latin typeface="Arial"/>
                <a:ea typeface="Arial"/>
                <a:cs typeface="Arial"/>
                <a:sym typeface="Arial"/>
              </a:defRPr>
            </a:lvl2pPr>
            <a:lvl3pPr indent="-406400" lvl="2" marL="1371600" marR="0" rtl="0" algn="l">
              <a:lnSpc>
                <a:spcPct val="164285"/>
              </a:lnSpc>
              <a:spcBef>
                <a:spcPts val="0"/>
              </a:spcBef>
              <a:spcAft>
                <a:spcPts val="0"/>
              </a:spcAft>
              <a:buClr>
                <a:srgbClr val="7F7F7F"/>
              </a:buClr>
              <a:buSzPts val="2800"/>
              <a:buFont typeface="Arial"/>
              <a:buChar char="•"/>
              <a:defRPr b="0" i="0" sz="2800" u="none" cap="none" strike="noStrike">
                <a:solidFill>
                  <a:srgbClr val="7F7F7F"/>
                </a:solidFill>
                <a:latin typeface="Arial"/>
                <a:ea typeface="Arial"/>
                <a:cs typeface="Arial"/>
                <a:sym typeface="Arial"/>
              </a:defRPr>
            </a:lvl3pPr>
            <a:lvl4pPr indent="-406400" lvl="3" marL="1828800" marR="0" rtl="0" algn="l">
              <a:lnSpc>
                <a:spcPct val="164285"/>
              </a:lnSpc>
              <a:spcBef>
                <a:spcPts val="0"/>
              </a:spcBef>
              <a:spcAft>
                <a:spcPts val="0"/>
              </a:spcAft>
              <a:buClr>
                <a:srgbClr val="7F7F7F"/>
              </a:buClr>
              <a:buSzPts val="2800"/>
              <a:buFont typeface="Arial"/>
              <a:buChar char="•"/>
              <a:defRPr b="0" i="0" sz="2800" u="none" cap="none" strike="noStrike">
                <a:solidFill>
                  <a:srgbClr val="7F7F7F"/>
                </a:solidFill>
                <a:latin typeface="Arial"/>
                <a:ea typeface="Arial"/>
                <a:cs typeface="Arial"/>
                <a:sym typeface="Arial"/>
              </a:defRPr>
            </a:lvl4pPr>
            <a:lvl5pPr indent="-406400" lvl="4" marL="2286000" marR="0" rtl="0" algn="l">
              <a:lnSpc>
                <a:spcPct val="164285"/>
              </a:lnSpc>
              <a:spcBef>
                <a:spcPts val="0"/>
              </a:spcBef>
              <a:spcAft>
                <a:spcPts val="0"/>
              </a:spcAft>
              <a:buClr>
                <a:srgbClr val="245EAC"/>
              </a:buClr>
              <a:buSzPts val="2800"/>
              <a:buFont typeface="Arial"/>
              <a:buChar char="•"/>
              <a:defRPr b="0" i="0" sz="2800" u="none" cap="none" strike="noStrike">
                <a:solidFill>
                  <a:srgbClr val="7F7F7F"/>
                </a:solidFill>
                <a:latin typeface="Arial"/>
                <a:ea typeface="Arial"/>
                <a:cs typeface="Arial"/>
                <a:sym typeface="Arial"/>
              </a:defRPr>
            </a:lvl5pPr>
            <a:lvl6pPr indent="-381000" lvl="5" marL="2743200" marR="0" rtl="0" algn="l">
              <a:lnSpc>
                <a:spcPct val="90000"/>
              </a:lnSpc>
              <a:spcBef>
                <a:spcPts val="667"/>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6pPr>
            <a:lvl7pPr indent="-381000" lvl="6" marL="3200400" marR="0" rtl="0" algn="l">
              <a:lnSpc>
                <a:spcPct val="90000"/>
              </a:lnSpc>
              <a:spcBef>
                <a:spcPts val="667"/>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7pPr>
            <a:lvl8pPr indent="-381000" lvl="7" marL="3657600" marR="0" rtl="0" algn="l">
              <a:lnSpc>
                <a:spcPct val="90000"/>
              </a:lnSpc>
              <a:spcBef>
                <a:spcPts val="667"/>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8pPr>
            <a:lvl9pPr indent="-381000" lvl="8" marL="4114800" marR="0" rtl="0" algn="l">
              <a:lnSpc>
                <a:spcPct val="90000"/>
              </a:lnSpc>
              <a:spcBef>
                <a:spcPts val="667"/>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9pPr>
          </a:lstStyle>
          <a:p/>
        </p:txBody>
      </p:sp>
      <p:sp>
        <p:nvSpPr>
          <p:cNvPr id="23" name="Google Shape;23;p3"/>
          <p:cNvSpPr txBox="1"/>
          <p:nvPr>
            <p:ph idx="5" type="body"/>
          </p:nvPr>
        </p:nvSpPr>
        <p:spPr>
          <a:xfrm>
            <a:off x="11544300" y="34351737"/>
            <a:ext cx="9771541" cy="6262864"/>
          </a:xfrm>
          <a:prstGeom prst="rect">
            <a:avLst/>
          </a:prstGeom>
          <a:noFill/>
          <a:ln>
            <a:noFill/>
          </a:ln>
        </p:spPr>
        <p:txBody>
          <a:bodyPr anchorCtr="0" anchor="t" bIns="45700" lIns="91425" spcFirstLastPara="1" rIns="91425" wrap="square" tIns="45700">
            <a:noAutofit/>
          </a:bodyPr>
          <a:lstStyle>
            <a:lvl1pPr indent="-406400" lvl="0" marL="457200" marR="0" rtl="0" algn="l">
              <a:lnSpc>
                <a:spcPct val="164285"/>
              </a:lnSpc>
              <a:spcBef>
                <a:spcPts val="0"/>
              </a:spcBef>
              <a:spcAft>
                <a:spcPts val="0"/>
              </a:spcAft>
              <a:buClr>
                <a:srgbClr val="7F7F7F"/>
              </a:buClr>
              <a:buSzPts val="2800"/>
              <a:buFont typeface="Arial"/>
              <a:buChar char="•"/>
              <a:defRPr b="0" i="0" sz="2800" u="none" cap="none" strike="noStrike">
                <a:solidFill>
                  <a:srgbClr val="7F7F7F"/>
                </a:solidFill>
                <a:latin typeface="Arial"/>
                <a:ea typeface="Arial"/>
                <a:cs typeface="Arial"/>
                <a:sym typeface="Arial"/>
              </a:defRPr>
            </a:lvl1pPr>
            <a:lvl2pPr indent="-406400" lvl="1" marL="914400" marR="0" rtl="0" algn="l">
              <a:lnSpc>
                <a:spcPct val="164285"/>
              </a:lnSpc>
              <a:spcBef>
                <a:spcPts val="0"/>
              </a:spcBef>
              <a:spcAft>
                <a:spcPts val="0"/>
              </a:spcAft>
              <a:buClr>
                <a:srgbClr val="7F7F7F"/>
              </a:buClr>
              <a:buSzPts val="2800"/>
              <a:buFont typeface="Arial"/>
              <a:buChar char="•"/>
              <a:defRPr b="0" i="0" sz="2800" u="none" cap="none" strike="noStrike">
                <a:solidFill>
                  <a:srgbClr val="7F7F7F"/>
                </a:solidFill>
                <a:latin typeface="Arial"/>
                <a:ea typeface="Arial"/>
                <a:cs typeface="Arial"/>
                <a:sym typeface="Arial"/>
              </a:defRPr>
            </a:lvl2pPr>
            <a:lvl3pPr indent="-406400" lvl="2" marL="1371600" marR="0" rtl="0" algn="l">
              <a:lnSpc>
                <a:spcPct val="164285"/>
              </a:lnSpc>
              <a:spcBef>
                <a:spcPts val="0"/>
              </a:spcBef>
              <a:spcAft>
                <a:spcPts val="0"/>
              </a:spcAft>
              <a:buClr>
                <a:srgbClr val="7F7F7F"/>
              </a:buClr>
              <a:buSzPts val="2800"/>
              <a:buFont typeface="Arial"/>
              <a:buChar char="•"/>
              <a:defRPr b="0" i="0" sz="2800" u="none" cap="none" strike="noStrike">
                <a:solidFill>
                  <a:srgbClr val="7F7F7F"/>
                </a:solidFill>
                <a:latin typeface="Arial"/>
                <a:ea typeface="Arial"/>
                <a:cs typeface="Arial"/>
                <a:sym typeface="Arial"/>
              </a:defRPr>
            </a:lvl3pPr>
            <a:lvl4pPr indent="-406400" lvl="3" marL="1828800" marR="0" rtl="0" algn="l">
              <a:lnSpc>
                <a:spcPct val="164285"/>
              </a:lnSpc>
              <a:spcBef>
                <a:spcPts val="0"/>
              </a:spcBef>
              <a:spcAft>
                <a:spcPts val="0"/>
              </a:spcAft>
              <a:buClr>
                <a:srgbClr val="7F7F7F"/>
              </a:buClr>
              <a:buSzPts val="2800"/>
              <a:buFont typeface="Arial"/>
              <a:buChar char="•"/>
              <a:defRPr b="0" i="0" sz="2800" u="none" cap="none" strike="noStrike">
                <a:solidFill>
                  <a:srgbClr val="7F7F7F"/>
                </a:solidFill>
                <a:latin typeface="Arial"/>
                <a:ea typeface="Arial"/>
                <a:cs typeface="Arial"/>
                <a:sym typeface="Arial"/>
              </a:defRPr>
            </a:lvl4pPr>
            <a:lvl5pPr indent="-406400" lvl="4" marL="2286000" marR="0" rtl="0" algn="l">
              <a:lnSpc>
                <a:spcPct val="164285"/>
              </a:lnSpc>
              <a:spcBef>
                <a:spcPts val="0"/>
              </a:spcBef>
              <a:spcAft>
                <a:spcPts val="0"/>
              </a:spcAft>
              <a:buClr>
                <a:srgbClr val="245EAC"/>
              </a:buClr>
              <a:buSzPts val="2800"/>
              <a:buFont typeface="Arial"/>
              <a:buChar char="•"/>
              <a:defRPr b="0" i="0" sz="2800" u="none" cap="none" strike="noStrike">
                <a:solidFill>
                  <a:srgbClr val="7F7F7F"/>
                </a:solidFill>
                <a:latin typeface="Arial"/>
                <a:ea typeface="Arial"/>
                <a:cs typeface="Arial"/>
                <a:sym typeface="Arial"/>
              </a:defRPr>
            </a:lvl5pPr>
            <a:lvl6pPr indent="-381000" lvl="5" marL="2743200" marR="0" rtl="0" algn="l">
              <a:lnSpc>
                <a:spcPct val="90000"/>
              </a:lnSpc>
              <a:spcBef>
                <a:spcPts val="667"/>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6pPr>
            <a:lvl7pPr indent="-381000" lvl="6" marL="3200400" marR="0" rtl="0" algn="l">
              <a:lnSpc>
                <a:spcPct val="90000"/>
              </a:lnSpc>
              <a:spcBef>
                <a:spcPts val="667"/>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7pPr>
            <a:lvl8pPr indent="-381000" lvl="7" marL="3657600" marR="0" rtl="0" algn="l">
              <a:lnSpc>
                <a:spcPct val="90000"/>
              </a:lnSpc>
              <a:spcBef>
                <a:spcPts val="667"/>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8pPr>
            <a:lvl9pPr indent="-381000" lvl="8" marL="4114800" marR="0" rtl="0" algn="l">
              <a:lnSpc>
                <a:spcPct val="90000"/>
              </a:lnSpc>
              <a:spcBef>
                <a:spcPts val="667"/>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9pPr>
          </a:lstStyle>
          <a:p/>
        </p:txBody>
      </p:sp>
      <p:sp>
        <p:nvSpPr>
          <p:cNvPr id="24" name="Google Shape;24;p3"/>
          <p:cNvSpPr txBox="1"/>
          <p:nvPr>
            <p:ph idx="6" type="body"/>
          </p:nvPr>
        </p:nvSpPr>
        <p:spPr>
          <a:xfrm>
            <a:off x="11544300" y="27305024"/>
            <a:ext cx="9771541" cy="6408034"/>
          </a:xfrm>
          <a:prstGeom prst="rect">
            <a:avLst/>
          </a:prstGeom>
          <a:noFill/>
          <a:ln>
            <a:noFill/>
          </a:ln>
        </p:spPr>
        <p:txBody>
          <a:bodyPr anchorCtr="0" anchor="t" bIns="45700" lIns="91425" spcFirstLastPara="1" rIns="91425" wrap="square" tIns="45700">
            <a:noAutofit/>
          </a:bodyPr>
          <a:lstStyle>
            <a:lvl1pPr indent="-406400" lvl="0" marL="457200" marR="0" rtl="0" algn="l">
              <a:lnSpc>
                <a:spcPct val="164285"/>
              </a:lnSpc>
              <a:spcBef>
                <a:spcPts val="0"/>
              </a:spcBef>
              <a:spcAft>
                <a:spcPts val="0"/>
              </a:spcAft>
              <a:buClr>
                <a:srgbClr val="7F7F7F"/>
              </a:buClr>
              <a:buSzPts val="2800"/>
              <a:buFont typeface="Arial"/>
              <a:buChar char="•"/>
              <a:defRPr b="0" i="0" sz="2800" u="none" cap="none" strike="noStrike">
                <a:solidFill>
                  <a:srgbClr val="7F7F7F"/>
                </a:solidFill>
                <a:latin typeface="Arial"/>
                <a:ea typeface="Arial"/>
                <a:cs typeface="Arial"/>
                <a:sym typeface="Arial"/>
              </a:defRPr>
            </a:lvl1pPr>
            <a:lvl2pPr indent="-406400" lvl="1" marL="914400" marR="0" rtl="0" algn="l">
              <a:lnSpc>
                <a:spcPct val="164285"/>
              </a:lnSpc>
              <a:spcBef>
                <a:spcPts val="0"/>
              </a:spcBef>
              <a:spcAft>
                <a:spcPts val="0"/>
              </a:spcAft>
              <a:buClr>
                <a:srgbClr val="7F7F7F"/>
              </a:buClr>
              <a:buSzPts val="2800"/>
              <a:buFont typeface="Arial"/>
              <a:buChar char="•"/>
              <a:defRPr b="0" i="0" sz="2800" u="none" cap="none" strike="noStrike">
                <a:solidFill>
                  <a:srgbClr val="7F7F7F"/>
                </a:solidFill>
                <a:latin typeface="Arial"/>
                <a:ea typeface="Arial"/>
                <a:cs typeface="Arial"/>
                <a:sym typeface="Arial"/>
              </a:defRPr>
            </a:lvl2pPr>
            <a:lvl3pPr indent="-406400" lvl="2" marL="1371600" marR="0" rtl="0" algn="l">
              <a:lnSpc>
                <a:spcPct val="164285"/>
              </a:lnSpc>
              <a:spcBef>
                <a:spcPts val="0"/>
              </a:spcBef>
              <a:spcAft>
                <a:spcPts val="0"/>
              </a:spcAft>
              <a:buClr>
                <a:srgbClr val="7F7F7F"/>
              </a:buClr>
              <a:buSzPts val="2800"/>
              <a:buFont typeface="Arial"/>
              <a:buChar char="•"/>
              <a:defRPr b="0" i="0" sz="2800" u="none" cap="none" strike="noStrike">
                <a:solidFill>
                  <a:srgbClr val="7F7F7F"/>
                </a:solidFill>
                <a:latin typeface="Arial"/>
                <a:ea typeface="Arial"/>
                <a:cs typeface="Arial"/>
                <a:sym typeface="Arial"/>
              </a:defRPr>
            </a:lvl3pPr>
            <a:lvl4pPr indent="-406400" lvl="3" marL="1828800" marR="0" rtl="0" algn="l">
              <a:lnSpc>
                <a:spcPct val="164285"/>
              </a:lnSpc>
              <a:spcBef>
                <a:spcPts val="0"/>
              </a:spcBef>
              <a:spcAft>
                <a:spcPts val="0"/>
              </a:spcAft>
              <a:buClr>
                <a:srgbClr val="7F7F7F"/>
              </a:buClr>
              <a:buSzPts val="2800"/>
              <a:buFont typeface="Arial"/>
              <a:buChar char="•"/>
              <a:defRPr b="0" i="0" sz="2800" u="none" cap="none" strike="noStrike">
                <a:solidFill>
                  <a:srgbClr val="7F7F7F"/>
                </a:solidFill>
                <a:latin typeface="Arial"/>
                <a:ea typeface="Arial"/>
                <a:cs typeface="Arial"/>
                <a:sym typeface="Arial"/>
              </a:defRPr>
            </a:lvl4pPr>
            <a:lvl5pPr indent="-406400" lvl="4" marL="2286000" marR="0" rtl="0" algn="l">
              <a:lnSpc>
                <a:spcPct val="164285"/>
              </a:lnSpc>
              <a:spcBef>
                <a:spcPts val="0"/>
              </a:spcBef>
              <a:spcAft>
                <a:spcPts val="0"/>
              </a:spcAft>
              <a:buClr>
                <a:srgbClr val="245EAC"/>
              </a:buClr>
              <a:buSzPts val="2800"/>
              <a:buFont typeface="Arial"/>
              <a:buChar char="•"/>
              <a:defRPr b="0" i="0" sz="2800" u="none" cap="none" strike="noStrike">
                <a:solidFill>
                  <a:srgbClr val="7F7F7F"/>
                </a:solidFill>
                <a:latin typeface="Arial"/>
                <a:ea typeface="Arial"/>
                <a:cs typeface="Arial"/>
                <a:sym typeface="Arial"/>
              </a:defRPr>
            </a:lvl5pPr>
            <a:lvl6pPr indent="-381000" lvl="5" marL="2743200" marR="0" rtl="0" algn="l">
              <a:lnSpc>
                <a:spcPct val="90000"/>
              </a:lnSpc>
              <a:spcBef>
                <a:spcPts val="667"/>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6pPr>
            <a:lvl7pPr indent="-381000" lvl="6" marL="3200400" marR="0" rtl="0" algn="l">
              <a:lnSpc>
                <a:spcPct val="90000"/>
              </a:lnSpc>
              <a:spcBef>
                <a:spcPts val="667"/>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7pPr>
            <a:lvl8pPr indent="-381000" lvl="7" marL="3657600" marR="0" rtl="0" algn="l">
              <a:lnSpc>
                <a:spcPct val="90000"/>
              </a:lnSpc>
              <a:spcBef>
                <a:spcPts val="667"/>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8pPr>
            <a:lvl9pPr indent="-381000" lvl="8" marL="4114800" marR="0" rtl="0" algn="l">
              <a:lnSpc>
                <a:spcPct val="90000"/>
              </a:lnSpc>
              <a:spcBef>
                <a:spcPts val="667"/>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9pPr>
          </a:lstStyle>
          <a:p/>
        </p:txBody>
      </p:sp>
      <p:sp>
        <p:nvSpPr>
          <p:cNvPr id="25" name="Google Shape;25;p3"/>
          <p:cNvSpPr/>
          <p:nvPr>
            <p:ph idx="7" type="pic"/>
          </p:nvPr>
        </p:nvSpPr>
        <p:spPr>
          <a:xfrm>
            <a:off x="22277860" y="18649950"/>
            <a:ext cx="9798050" cy="7452360"/>
          </a:xfrm>
          <a:prstGeom prst="rect">
            <a:avLst/>
          </a:prstGeom>
          <a:solidFill>
            <a:srgbClr val="D8D8D8"/>
          </a:solidFill>
          <a:ln>
            <a:noFill/>
          </a:ln>
        </p:spPr>
      </p:sp>
      <p:sp>
        <p:nvSpPr>
          <p:cNvPr id="26" name="Google Shape;26;p3"/>
          <p:cNvSpPr txBox="1"/>
          <p:nvPr>
            <p:ph idx="8" type="body"/>
          </p:nvPr>
        </p:nvSpPr>
        <p:spPr>
          <a:xfrm>
            <a:off x="22277860" y="6515100"/>
            <a:ext cx="9798050" cy="11301845"/>
          </a:xfrm>
          <a:prstGeom prst="rect">
            <a:avLst/>
          </a:prstGeom>
          <a:noFill/>
          <a:ln>
            <a:noFill/>
          </a:ln>
        </p:spPr>
        <p:txBody>
          <a:bodyPr anchorCtr="0" anchor="t" bIns="45700" lIns="91425" spcFirstLastPara="1" rIns="91425" wrap="square" tIns="45700">
            <a:noAutofit/>
          </a:bodyPr>
          <a:lstStyle>
            <a:lvl1pPr indent="-406400" lvl="0" marL="457200" marR="0" rtl="0" algn="l">
              <a:lnSpc>
                <a:spcPct val="164285"/>
              </a:lnSpc>
              <a:spcBef>
                <a:spcPts val="0"/>
              </a:spcBef>
              <a:spcAft>
                <a:spcPts val="0"/>
              </a:spcAft>
              <a:buClr>
                <a:srgbClr val="7F7F7F"/>
              </a:buClr>
              <a:buSzPts val="2800"/>
              <a:buFont typeface="Arial"/>
              <a:buChar char="•"/>
              <a:defRPr b="0" i="0" sz="2800" u="none" cap="none" strike="noStrike">
                <a:solidFill>
                  <a:srgbClr val="7F7F7F"/>
                </a:solidFill>
                <a:latin typeface="Arial"/>
                <a:ea typeface="Arial"/>
                <a:cs typeface="Arial"/>
                <a:sym typeface="Arial"/>
              </a:defRPr>
            </a:lvl1pPr>
            <a:lvl2pPr indent="-406400" lvl="1" marL="914400" marR="0" rtl="0" algn="l">
              <a:lnSpc>
                <a:spcPct val="164285"/>
              </a:lnSpc>
              <a:spcBef>
                <a:spcPts val="0"/>
              </a:spcBef>
              <a:spcAft>
                <a:spcPts val="0"/>
              </a:spcAft>
              <a:buClr>
                <a:srgbClr val="7F7F7F"/>
              </a:buClr>
              <a:buSzPts val="2800"/>
              <a:buFont typeface="Arial"/>
              <a:buChar char="•"/>
              <a:defRPr b="0" i="0" sz="2800" u="none" cap="none" strike="noStrike">
                <a:solidFill>
                  <a:srgbClr val="7F7F7F"/>
                </a:solidFill>
                <a:latin typeface="Arial"/>
                <a:ea typeface="Arial"/>
                <a:cs typeface="Arial"/>
                <a:sym typeface="Arial"/>
              </a:defRPr>
            </a:lvl2pPr>
            <a:lvl3pPr indent="-406400" lvl="2" marL="1371600" marR="0" rtl="0" algn="l">
              <a:lnSpc>
                <a:spcPct val="164285"/>
              </a:lnSpc>
              <a:spcBef>
                <a:spcPts val="0"/>
              </a:spcBef>
              <a:spcAft>
                <a:spcPts val="0"/>
              </a:spcAft>
              <a:buClr>
                <a:srgbClr val="7F7F7F"/>
              </a:buClr>
              <a:buSzPts val="2800"/>
              <a:buFont typeface="Arial"/>
              <a:buChar char="•"/>
              <a:defRPr b="0" i="0" sz="2800" u="none" cap="none" strike="noStrike">
                <a:solidFill>
                  <a:srgbClr val="7F7F7F"/>
                </a:solidFill>
                <a:latin typeface="Arial"/>
                <a:ea typeface="Arial"/>
                <a:cs typeface="Arial"/>
                <a:sym typeface="Arial"/>
              </a:defRPr>
            </a:lvl3pPr>
            <a:lvl4pPr indent="-406400" lvl="3" marL="1828800" marR="0" rtl="0" algn="l">
              <a:lnSpc>
                <a:spcPct val="164285"/>
              </a:lnSpc>
              <a:spcBef>
                <a:spcPts val="0"/>
              </a:spcBef>
              <a:spcAft>
                <a:spcPts val="0"/>
              </a:spcAft>
              <a:buClr>
                <a:srgbClr val="7F7F7F"/>
              </a:buClr>
              <a:buSzPts val="2800"/>
              <a:buFont typeface="Arial"/>
              <a:buChar char="•"/>
              <a:defRPr b="0" i="0" sz="2800" u="none" cap="none" strike="noStrike">
                <a:solidFill>
                  <a:srgbClr val="7F7F7F"/>
                </a:solidFill>
                <a:latin typeface="Arial"/>
                <a:ea typeface="Arial"/>
                <a:cs typeface="Arial"/>
                <a:sym typeface="Arial"/>
              </a:defRPr>
            </a:lvl4pPr>
            <a:lvl5pPr indent="-406400" lvl="4" marL="2286000" marR="0" rtl="0" algn="l">
              <a:lnSpc>
                <a:spcPct val="164285"/>
              </a:lnSpc>
              <a:spcBef>
                <a:spcPts val="0"/>
              </a:spcBef>
              <a:spcAft>
                <a:spcPts val="0"/>
              </a:spcAft>
              <a:buClr>
                <a:srgbClr val="245EAC"/>
              </a:buClr>
              <a:buSzPts val="2800"/>
              <a:buFont typeface="Arial"/>
              <a:buChar char="•"/>
              <a:defRPr b="0" i="0" sz="2800" u="none" cap="none" strike="noStrike">
                <a:solidFill>
                  <a:srgbClr val="7F7F7F"/>
                </a:solidFill>
                <a:latin typeface="Arial"/>
                <a:ea typeface="Arial"/>
                <a:cs typeface="Arial"/>
                <a:sym typeface="Arial"/>
              </a:defRPr>
            </a:lvl5pPr>
            <a:lvl6pPr indent="-381000" lvl="5" marL="2743200" marR="0" rtl="0" algn="l">
              <a:lnSpc>
                <a:spcPct val="90000"/>
              </a:lnSpc>
              <a:spcBef>
                <a:spcPts val="667"/>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6pPr>
            <a:lvl7pPr indent="-381000" lvl="6" marL="3200400" marR="0" rtl="0" algn="l">
              <a:lnSpc>
                <a:spcPct val="90000"/>
              </a:lnSpc>
              <a:spcBef>
                <a:spcPts val="667"/>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7pPr>
            <a:lvl8pPr indent="-381000" lvl="7" marL="3657600" marR="0" rtl="0" algn="l">
              <a:lnSpc>
                <a:spcPct val="90000"/>
              </a:lnSpc>
              <a:spcBef>
                <a:spcPts val="667"/>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8pPr>
            <a:lvl9pPr indent="-381000" lvl="8" marL="4114800" marR="0" rtl="0" algn="l">
              <a:lnSpc>
                <a:spcPct val="90000"/>
              </a:lnSpc>
              <a:spcBef>
                <a:spcPts val="667"/>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9pPr>
          </a:lstStyle>
          <a:p/>
        </p:txBody>
      </p:sp>
      <p:sp>
        <p:nvSpPr>
          <p:cNvPr id="27" name="Google Shape;27;p3"/>
          <p:cNvSpPr txBox="1"/>
          <p:nvPr>
            <p:ph idx="9" type="body"/>
          </p:nvPr>
        </p:nvSpPr>
        <p:spPr>
          <a:xfrm>
            <a:off x="22277860" y="26935315"/>
            <a:ext cx="9764240" cy="13679285"/>
          </a:xfrm>
          <a:prstGeom prst="rect">
            <a:avLst/>
          </a:prstGeom>
          <a:noFill/>
          <a:ln>
            <a:noFill/>
          </a:ln>
        </p:spPr>
        <p:txBody>
          <a:bodyPr anchorCtr="0" anchor="t" bIns="45700" lIns="91425" spcFirstLastPara="1" rIns="91425" wrap="square" tIns="45700">
            <a:noAutofit/>
          </a:bodyPr>
          <a:lstStyle>
            <a:lvl1pPr indent="-406400" lvl="0" marL="457200" marR="0" rtl="0" algn="l">
              <a:lnSpc>
                <a:spcPct val="164285"/>
              </a:lnSpc>
              <a:spcBef>
                <a:spcPts val="0"/>
              </a:spcBef>
              <a:spcAft>
                <a:spcPts val="0"/>
              </a:spcAft>
              <a:buClr>
                <a:srgbClr val="7F7F7F"/>
              </a:buClr>
              <a:buSzPts val="2800"/>
              <a:buFont typeface="Arial"/>
              <a:buChar char="•"/>
              <a:defRPr b="0" i="0" sz="2800" u="none" cap="none" strike="noStrike">
                <a:solidFill>
                  <a:srgbClr val="7F7F7F"/>
                </a:solidFill>
                <a:latin typeface="Arial"/>
                <a:ea typeface="Arial"/>
                <a:cs typeface="Arial"/>
                <a:sym typeface="Arial"/>
              </a:defRPr>
            </a:lvl1pPr>
            <a:lvl2pPr indent="-406400" lvl="1" marL="914400" marR="0" rtl="0" algn="l">
              <a:lnSpc>
                <a:spcPct val="164285"/>
              </a:lnSpc>
              <a:spcBef>
                <a:spcPts val="0"/>
              </a:spcBef>
              <a:spcAft>
                <a:spcPts val="0"/>
              </a:spcAft>
              <a:buClr>
                <a:srgbClr val="7F7F7F"/>
              </a:buClr>
              <a:buSzPts val="2800"/>
              <a:buFont typeface="Arial"/>
              <a:buChar char="•"/>
              <a:defRPr b="0" i="0" sz="2800" u="none" cap="none" strike="noStrike">
                <a:solidFill>
                  <a:srgbClr val="7F7F7F"/>
                </a:solidFill>
                <a:latin typeface="Arial"/>
                <a:ea typeface="Arial"/>
                <a:cs typeface="Arial"/>
                <a:sym typeface="Arial"/>
              </a:defRPr>
            </a:lvl2pPr>
            <a:lvl3pPr indent="-406400" lvl="2" marL="1371600" marR="0" rtl="0" algn="l">
              <a:lnSpc>
                <a:spcPct val="164285"/>
              </a:lnSpc>
              <a:spcBef>
                <a:spcPts val="0"/>
              </a:spcBef>
              <a:spcAft>
                <a:spcPts val="0"/>
              </a:spcAft>
              <a:buClr>
                <a:srgbClr val="7F7F7F"/>
              </a:buClr>
              <a:buSzPts val="2800"/>
              <a:buFont typeface="Arial"/>
              <a:buChar char="•"/>
              <a:defRPr b="0" i="0" sz="2800" u="none" cap="none" strike="noStrike">
                <a:solidFill>
                  <a:srgbClr val="7F7F7F"/>
                </a:solidFill>
                <a:latin typeface="Arial"/>
                <a:ea typeface="Arial"/>
                <a:cs typeface="Arial"/>
                <a:sym typeface="Arial"/>
              </a:defRPr>
            </a:lvl3pPr>
            <a:lvl4pPr indent="-406400" lvl="3" marL="1828800" marR="0" rtl="0" algn="l">
              <a:lnSpc>
                <a:spcPct val="164285"/>
              </a:lnSpc>
              <a:spcBef>
                <a:spcPts val="0"/>
              </a:spcBef>
              <a:spcAft>
                <a:spcPts val="0"/>
              </a:spcAft>
              <a:buClr>
                <a:srgbClr val="7F7F7F"/>
              </a:buClr>
              <a:buSzPts val="2800"/>
              <a:buFont typeface="Arial"/>
              <a:buChar char="•"/>
              <a:defRPr b="0" i="0" sz="2800" u="none" cap="none" strike="noStrike">
                <a:solidFill>
                  <a:srgbClr val="7F7F7F"/>
                </a:solidFill>
                <a:latin typeface="Arial"/>
                <a:ea typeface="Arial"/>
                <a:cs typeface="Arial"/>
                <a:sym typeface="Arial"/>
              </a:defRPr>
            </a:lvl4pPr>
            <a:lvl5pPr indent="-406400" lvl="4" marL="2286000" marR="0" rtl="0" algn="l">
              <a:lnSpc>
                <a:spcPct val="164285"/>
              </a:lnSpc>
              <a:spcBef>
                <a:spcPts val="0"/>
              </a:spcBef>
              <a:spcAft>
                <a:spcPts val="0"/>
              </a:spcAft>
              <a:buClr>
                <a:srgbClr val="245EAC"/>
              </a:buClr>
              <a:buSzPts val="2800"/>
              <a:buFont typeface="Arial"/>
              <a:buChar char="•"/>
              <a:defRPr b="0" i="0" sz="2800" u="none" cap="none" strike="noStrike">
                <a:solidFill>
                  <a:srgbClr val="7F7F7F"/>
                </a:solidFill>
                <a:latin typeface="Arial"/>
                <a:ea typeface="Arial"/>
                <a:cs typeface="Arial"/>
                <a:sym typeface="Arial"/>
              </a:defRPr>
            </a:lvl5pPr>
            <a:lvl6pPr indent="-381000" lvl="5" marL="2743200" marR="0" rtl="0" algn="l">
              <a:lnSpc>
                <a:spcPct val="90000"/>
              </a:lnSpc>
              <a:spcBef>
                <a:spcPts val="667"/>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6pPr>
            <a:lvl7pPr indent="-381000" lvl="6" marL="3200400" marR="0" rtl="0" algn="l">
              <a:lnSpc>
                <a:spcPct val="90000"/>
              </a:lnSpc>
              <a:spcBef>
                <a:spcPts val="667"/>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7pPr>
            <a:lvl8pPr indent="-381000" lvl="7" marL="3657600" marR="0" rtl="0" algn="l">
              <a:lnSpc>
                <a:spcPct val="90000"/>
              </a:lnSpc>
              <a:spcBef>
                <a:spcPts val="667"/>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8pPr>
            <a:lvl9pPr indent="-381000" lvl="8" marL="4114800" marR="0" rtl="0" algn="l">
              <a:lnSpc>
                <a:spcPct val="90000"/>
              </a:lnSpc>
              <a:spcBef>
                <a:spcPts val="667"/>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orient="horz" pos="26496">
          <p15:clr>
            <a:srgbClr val="FBAE40"/>
          </p15:clr>
        </p15:guide>
        <p15:guide id="2" pos="576">
          <p15:clr>
            <a:srgbClr val="FBAE40"/>
          </p15:clr>
        </p15:guide>
        <p15:guide id="3" pos="20184">
          <p15:clr>
            <a:srgbClr val="FBAE40"/>
          </p15:clr>
        </p15:guide>
        <p15:guide id="4" orient="horz" pos="5016">
          <p15:clr>
            <a:srgbClr val="FBAE40"/>
          </p15:clr>
        </p15:guide>
        <p15:guide id="5" pos="13440">
          <p15:clr>
            <a:srgbClr val="FBAE40"/>
          </p15:clr>
        </p15:guide>
        <p15:guide id="6" pos="6696">
          <p15:clr>
            <a:srgbClr val="FBAE40"/>
          </p15:clr>
        </p15:guide>
        <p15:guide id="7" pos="7272">
          <p15:clr>
            <a:srgbClr val="FBAE40"/>
          </p15:clr>
        </p15:guide>
        <p15:guide id="8" pos="14016">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6.png"/><Relationship Id="rId3"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
          <p:cNvSpPr/>
          <p:nvPr/>
        </p:nvSpPr>
        <p:spPr>
          <a:xfrm>
            <a:off x="0" y="0"/>
            <a:ext cx="32918400" cy="5486400"/>
          </a:xfrm>
          <a:prstGeom prst="rect">
            <a:avLst/>
          </a:prstGeom>
          <a:solidFill>
            <a:srgbClr val="005BBB"/>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900" u="none" cap="none" strike="noStrike">
              <a:solidFill>
                <a:schemeClr val="dk1"/>
              </a:solidFill>
              <a:latin typeface="Arial"/>
              <a:ea typeface="Arial"/>
              <a:cs typeface="Arial"/>
              <a:sym typeface="Arial"/>
            </a:endParaRPr>
          </a:p>
        </p:txBody>
      </p:sp>
      <p:sp>
        <p:nvSpPr>
          <p:cNvPr id="11" name="Google Shape;11;p2"/>
          <p:cNvSpPr/>
          <p:nvPr/>
        </p:nvSpPr>
        <p:spPr>
          <a:xfrm>
            <a:off x="0" y="5257800"/>
            <a:ext cx="32918400" cy="261257"/>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7258" u="none" cap="none" strike="noStrike">
              <a:solidFill>
                <a:schemeClr val="lt1"/>
              </a:solidFill>
              <a:latin typeface="Arial"/>
              <a:ea typeface="Arial"/>
              <a:cs typeface="Arial"/>
              <a:sym typeface="Arial"/>
            </a:endParaRPr>
          </a:p>
        </p:txBody>
      </p:sp>
      <p:pic>
        <p:nvPicPr>
          <p:cNvPr id="12" name="Google Shape;12;p2"/>
          <p:cNvPicPr preferRelativeResize="0"/>
          <p:nvPr/>
        </p:nvPicPr>
        <p:blipFill rotWithShape="1">
          <a:blip r:embed="rId1">
            <a:alphaModFix amt="41000"/>
          </a:blip>
          <a:srcRect b="40121" l="0" r="0" t="4395"/>
          <a:stretch/>
        </p:blipFill>
        <p:spPr>
          <a:xfrm>
            <a:off x="22093853" y="0"/>
            <a:ext cx="9341680" cy="5256959"/>
          </a:xfrm>
          <a:prstGeom prst="rect">
            <a:avLst/>
          </a:prstGeom>
          <a:noFill/>
          <a:ln>
            <a:noFill/>
          </a:ln>
        </p:spPr>
      </p:pic>
      <p:sp>
        <p:nvSpPr>
          <p:cNvPr id="13" name="Google Shape;13;p2"/>
          <p:cNvSpPr/>
          <p:nvPr/>
        </p:nvSpPr>
        <p:spPr>
          <a:xfrm>
            <a:off x="0" y="41382462"/>
            <a:ext cx="32918400" cy="2508738"/>
          </a:xfrm>
          <a:prstGeom prst="rect">
            <a:avLst/>
          </a:prstGeom>
          <a:solidFill>
            <a:srgbClr val="005BBB"/>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900" u="none" cap="none" strike="noStrike">
              <a:solidFill>
                <a:schemeClr val="dk1"/>
              </a:solidFill>
              <a:latin typeface="Arial"/>
              <a:ea typeface="Arial"/>
              <a:cs typeface="Arial"/>
              <a:sym typeface="Arial"/>
            </a:endParaRPr>
          </a:p>
        </p:txBody>
      </p:sp>
      <p:pic>
        <p:nvPicPr>
          <p:cNvPr id="14" name="Google Shape;14;p2"/>
          <p:cNvPicPr preferRelativeResize="0"/>
          <p:nvPr/>
        </p:nvPicPr>
        <p:blipFill rotWithShape="1">
          <a:blip r:embed="rId2">
            <a:alphaModFix/>
          </a:blip>
          <a:srcRect b="0" l="0" r="0" t="0"/>
          <a:stretch/>
        </p:blipFill>
        <p:spPr>
          <a:xfrm>
            <a:off x="1074733" y="42127545"/>
            <a:ext cx="13595412" cy="1008282"/>
          </a:xfrm>
          <a:prstGeom prst="rect">
            <a:avLst/>
          </a:prstGeom>
          <a:noFill/>
          <a:ln>
            <a:noFill/>
          </a:ln>
        </p:spPr>
      </p:pic>
      <p:cxnSp>
        <p:nvCxnSpPr>
          <p:cNvPr id="15" name="Google Shape;15;p2"/>
          <p:cNvCxnSpPr/>
          <p:nvPr/>
        </p:nvCxnSpPr>
        <p:spPr>
          <a:xfrm>
            <a:off x="21824850" y="41810263"/>
            <a:ext cx="0" cy="1588169"/>
          </a:xfrm>
          <a:prstGeom prst="straightConnector1">
            <a:avLst/>
          </a:prstGeom>
          <a:noFill/>
          <a:ln cap="flat" cmpd="sng" w="25400">
            <a:solidFill>
              <a:schemeClr val="lt1"/>
            </a:solidFill>
            <a:prstDash val="dash"/>
            <a:miter lim="800000"/>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49"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2.jpg"/><Relationship Id="rId5" Type="http://schemas.openxmlformats.org/officeDocument/2006/relationships/image" Target="../media/image1.png"/><Relationship Id="rId6" Type="http://schemas.openxmlformats.org/officeDocument/2006/relationships/image" Target="../media/image3.png"/><Relationship Id="rId7"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31" name="Shape 31"/>
        <p:cNvGrpSpPr/>
        <p:nvPr/>
      </p:nvGrpSpPr>
      <p:grpSpPr>
        <a:xfrm>
          <a:off x="0" y="0"/>
          <a:ext cx="0" cy="0"/>
          <a:chOff x="0" y="0"/>
          <a:chExt cx="0" cy="0"/>
        </a:xfrm>
      </p:grpSpPr>
      <p:sp>
        <p:nvSpPr>
          <p:cNvPr id="32" name="Google Shape;32;p1"/>
          <p:cNvSpPr/>
          <p:nvPr/>
        </p:nvSpPr>
        <p:spPr>
          <a:xfrm>
            <a:off x="655" y="-339730"/>
            <a:ext cx="32918400" cy="5375700"/>
          </a:xfrm>
          <a:prstGeom prst="rect">
            <a:avLst/>
          </a:prstGeom>
          <a:solidFill>
            <a:srgbClr val="7DBCFF"/>
          </a:solidFill>
          <a:ln cap="flat" cmpd="sng" w="12700">
            <a:solidFill>
              <a:srgbClr val="00428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7258" u="none" cap="none" strike="noStrike">
              <a:solidFill>
                <a:schemeClr val="lt1"/>
              </a:solidFill>
              <a:latin typeface="Arial"/>
              <a:ea typeface="Arial"/>
              <a:cs typeface="Arial"/>
              <a:sym typeface="Arial"/>
            </a:endParaRPr>
          </a:p>
        </p:txBody>
      </p:sp>
      <p:sp>
        <p:nvSpPr>
          <p:cNvPr id="33" name="Google Shape;33;p1"/>
          <p:cNvSpPr/>
          <p:nvPr/>
        </p:nvSpPr>
        <p:spPr>
          <a:xfrm>
            <a:off x="946150" y="1550523"/>
            <a:ext cx="23555081" cy="2985219"/>
          </a:xfrm>
          <a:prstGeom prst="rect">
            <a:avLst/>
          </a:prstGeom>
          <a:noFill/>
          <a:ln>
            <a:noFill/>
          </a:ln>
        </p:spPr>
        <p:txBody>
          <a:bodyPr anchorCtr="0" anchor="t" bIns="45600" lIns="91225" spcFirstLastPara="1" rIns="91225" wrap="square" tIns="45600">
            <a:spAutoFit/>
          </a:bodyPr>
          <a:lstStyle/>
          <a:p>
            <a:pPr indent="0" lvl="0" marL="0" marR="0" rtl="0" algn="l">
              <a:spcBef>
                <a:spcPts val="0"/>
              </a:spcBef>
              <a:spcAft>
                <a:spcPts val="0"/>
              </a:spcAft>
              <a:buNone/>
            </a:pPr>
            <a:r>
              <a:rPr b="0" i="0" lang="en-US" sz="7700" u="none" cap="none" strike="noStrike">
                <a:solidFill>
                  <a:srgbClr val="FFFFFF"/>
                </a:solidFill>
                <a:latin typeface="Arial"/>
                <a:ea typeface="Arial"/>
                <a:cs typeface="Arial"/>
                <a:sym typeface="Arial"/>
              </a:rPr>
              <a:t>SIMULTANEOUS LOCALIZATION AND MAPPING</a:t>
            </a:r>
            <a:endParaRPr/>
          </a:p>
          <a:p>
            <a:pPr indent="0" lvl="0" marL="0" marR="0" rtl="0" algn="l">
              <a:spcBef>
                <a:spcPts val="600"/>
              </a:spcBef>
              <a:spcAft>
                <a:spcPts val="0"/>
              </a:spcAft>
              <a:buNone/>
            </a:pPr>
            <a:r>
              <a:rPr b="0" i="0" lang="en-US" sz="4400" u="none" cap="none" strike="noStrike">
                <a:solidFill>
                  <a:srgbClr val="FFFFFF"/>
                </a:solidFill>
                <a:latin typeface="Arial"/>
                <a:ea typeface="Arial"/>
                <a:cs typeface="Arial"/>
                <a:sym typeface="Arial"/>
              </a:rPr>
              <a:t>Subtitle for Academic Research Poster (36x48 inches)</a:t>
            </a:r>
            <a:endParaRPr/>
          </a:p>
          <a:p>
            <a:pPr indent="0" lvl="0" marL="0" marR="0" rtl="0" algn="l">
              <a:spcBef>
                <a:spcPts val="3600"/>
              </a:spcBef>
              <a:spcAft>
                <a:spcPts val="0"/>
              </a:spcAft>
              <a:buNone/>
            </a:pPr>
            <a:r>
              <a:rPr b="0" i="0" lang="en-US" sz="3200" u="none" cap="none" strike="noStrike">
                <a:solidFill>
                  <a:srgbClr val="FFFFFF"/>
                </a:solidFill>
                <a:latin typeface="Arial"/>
                <a:ea typeface="Arial"/>
                <a:cs typeface="Arial"/>
                <a:sym typeface="Arial"/>
              </a:rPr>
              <a:t>Your names and the names of the people who contributed to this presentation</a:t>
            </a:r>
            <a:endParaRPr/>
          </a:p>
        </p:txBody>
      </p:sp>
      <p:sp>
        <p:nvSpPr>
          <p:cNvPr id="34" name="Google Shape;34;p1"/>
          <p:cNvSpPr txBox="1"/>
          <p:nvPr/>
        </p:nvSpPr>
        <p:spPr>
          <a:xfrm>
            <a:off x="1472452" y="6602421"/>
            <a:ext cx="9231406" cy="605807"/>
          </a:xfrm>
          <a:prstGeom prst="rect">
            <a:avLst/>
          </a:prstGeom>
          <a:solidFill>
            <a:srgbClr val="7921AF"/>
          </a:solidFill>
          <a:ln>
            <a:noFill/>
          </a:ln>
        </p:spPr>
        <p:txBody>
          <a:bodyPr anchorCtr="0" anchor="t" bIns="45700" lIns="91425" spcFirstLastPara="1" rIns="91425" wrap="square" tIns="45700">
            <a:spAutoFit/>
          </a:bodyPr>
          <a:lstStyle/>
          <a:p>
            <a:pPr indent="0" lvl="0" marL="0" marR="0" rtl="0" algn="ctr">
              <a:lnSpc>
                <a:spcPct val="100975"/>
              </a:lnSpc>
              <a:spcBef>
                <a:spcPts val="0"/>
              </a:spcBef>
              <a:spcAft>
                <a:spcPts val="0"/>
              </a:spcAft>
              <a:buNone/>
            </a:pPr>
            <a:r>
              <a:rPr b="1" i="0" lang="en-US" sz="4000" u="none" cap="none" strike="noStrike">
                <a:solidFill>
                  <a:schemeClr val="lt1"/>
                </a:solidFill>
                <a:latin typeface="Comic Sans MS"/>
                <a:ea typeface="Comic Sans MS"/>
                <a:cs typeface="Comic Sans MS"/>
                <a:sym typeface="Comic Sans MS"/>
              </a:rPr>
              <a:t>Introduction</a:t>
            </a:r>
            <a:endParaRPr/>
          </a:p>
        </p:txBody>
      </p:sp>
      <p:sp>
        <p:nvSpPr>
          <p:cNvPr id="35" name="Google Shape;35;p1"/>
          <p:cNvSpPr txBox="1"/>
          <p:nvPr/>
        </p:nvSpPr>
        <p:spPr>
          <a:xfrm>
            <a:off x="1306397" y="17924801"/>
            <a:ext cx="9104875" cy="564578"/>
          </a:xfrm>
          <a:prstGeom prst="rect">
            <a:avLst/>
          </a:prstGeom>
          <a:noFill/>
          <a:ln>
            <a:noFill/>
          </a:ln>
        </p:spPr>
        <p:txBody>
          <a:bodyPr anchorCtr="0" anchor="t" bIns="45700" lIns="91425" spcFirstLastPara="1" rIns="91425" wrap="square" tIns="45700">
            <a:spAutoFit/>
          </a:bodyPr>
          <a:lstStyle/>
          <a:p>
            <a:pPr indent="0" lvl="0" marL="0" marR="0" rtl="0" algn="l">
              <a:lnSpc>
                <a:spcPct val="134633"/>
              </a:lnSpc>
              <a:spcBef>
                <a:spcPts val="0"/>
              </a:spcBef>
              <a:spcAft>
                <a:spcPts val="0"/>
              </a:spcAft>
              <a:buNone/>
            </a:pPr>
            <a:r>
              <a:t/>
            </a:r>
            <a:endParaRPr b="0" i="0" sz="3000" u="none" cap="none" strike="noStrike">
              <a:solidFill>
                <a:schemeClr val="dk1"/>
              </a:solidFill>
              <a:latin typeface="Rockwell"/>
              <a:ea typeface="Rockwell"/>
              <a:cs typeface="Rockwell"/>
              <a:sym typeface="Rockwell"/>
            </a:endParaRPr>
          </a:p>
        </p:txBody>
      </p:sp>
      <p:sp>
        <p:nvSpPr>
          <p:cNvPr id="36" name="Google Shape;36;p1"/>
          <p:cNvSpPr txBox="1"/>
          <p:nvPr/>
        </p:nvSpPr>
        <p:spPr>
          <a:xfrm>
            <a:off x="22593299" y="6566483"/>
            <a:ext cx="9141759" cy="616515"/>
          </a:xfrm>
          <a:prstGeom prst="rect">
            <a:avLst/>
          </a:prstGeom>
          <a:noFill/>
          <a:ln>
            <a:noFill/>
          </a:ln>
        </p:spPr>
        <p:txBody>
          <a:bodyPr anchorCtr="0" anchor="t" bIns="45700" lIns="91425" spcFirstLastPara="1" rIns="91425" wrap="square" tIns="45700">
            <a:spAutoFit/>
          </a:bodyPr>
          <a:lstStyle/>
          <a:p>
            <a:pPr indent="0" lvl="0" marL="0" marR="0" rtl="0" algn="l">
              <a:lnSpc>
                <a:spcPct val="164285"/>
              </a:lnSpc>
              <a:spcBef>
                <a:spcPts val="0"/>
              </a:spcBef>
              <a:spcAft>
                <a:spcPts val="0"/>
              </a:spcAft>
              <a:buNone/>
            </a:pPr>
            <a:r>
              <a:t/>
            </a:r>
            <a:endParaRPr b="0" i="0" sz="2800" u="none" cap="none" strike="noStrike">
              <a:solidFill>
                <a:schemeClr val="dk1"/>
              </a:solidFill>
              <a:latin typeface="Arial"/>
              <a:ea typeface="Arial"/>
              <a:cs typeface="Arial"/>
              <a:sym typeface="Arial"/>
            </a:endParaRPr>
          </a:p>
        </p:txBody>
      </p:sp>
      <p:sp>
        <p:nvSpPr>
          <p:cNvPr id="37" name="Google Shape;37;p1"/>
          <p:cNvSpPr/>
          <p:nvPr/>
        </p:nvSpPr>
        <p:spPr>
          <a:xfrm>
            <a:off x="105798" y="-257030"/>
            <a:ext cx="32918400" cy="5292900"/>
          </a:xfrm>
          <a:prstGeom prst="rect">
            <a:avLst/>
          </a:prstGeom>
          <a:solidFill>
            <a:srgbClr val="7030A0"/>
          </a:solidFill>
          <a:ln cap="flat" cmpd="sng" w="12700">
            <a:solidFill>
              <a:srgbClr val="00428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8000" u="none" cap="none" strike="noStrike">
                <a:solidFill>
                  <a:srgbClr val="FFFFFF"/>
                </a:solidFill>
                <a:latin typeface="Comic Sans MS"/>
                <a:ea typeface="Comic Sans MS"/>
                <a:cs typeface="Comic Sans MS"/>
                <a:sym typeface="Comic Sans MS"/>
              </a:rPr>
              <a:t>GMT PROJECT-GAMES TO TREAT</a:t>
            </a:r>
            <a:endParaRPr/>
          </a:p>
          <a:p>
            <a:pPr indent="0" lvl="0" marL="0" marR="0" rtl="0" algn="ctr">
              <a:spcBef>
                <a:spcPts val="0"/>
              </a:spcBef>
              <a:spcAft>
                <a:spcPts val="0"/>
              </a:spcAft>
              <a:buNone/>
            </a:pPr>
            <a:r>
              <a:rPr b="0" i="0" lang="en-US" sz="8000" u="none" cap="none" strike="noStrike">
                <a:solidFill>
                  <a:srgbClr val="FFFFFF"/>
                </a:solidFill>
                <a:latin typeface="Comic Sans MS"/>
                <a:ea typeface="Comic Sans MS"/>
                <a:cs typeface="Comic Sans MS"/>
                <a:sym typeface="Comic Sans MS"/>
              </a:rPr>
              <a:t> MENTAL ILLNESS</a:t>
            </a:r>
            <a:r>
              <a:rPr lang="en-US" sz="8000">
                <a:solidFill>
                  <a:srgbClr val="FFFFFF"/>
                </a:solidFill>
                <a:latin typeface="Comic Sans MS"/>
                <a:ea typeface="Comic Sans MS"/>
                <a:cs typeface="Comic Sans MS"/>
                <a:sym typeface="Comic Sans MS"/>
              </a:rPr>
              <a:t>ES</a:t>
            </a:r>
            <a:endParaRPr/>
          </a:p>
          <a:p>
            <a:pPr indent="0" lvl="0" marL="0" marR="0" rtl="0" algn="ctr">
              <a:spcBef>
                <a:spcPts val="0"/>
              </a:spcBef>
              <a:spcAft>
                <a:spcPts val="0"/>
              </a:spcAft>
              <a:buNone/>
            </a:pPr>
            <a:r>
              <a:t/>
            </a:r>
            <a:endParaRPr b="0" i="0" sz="4000" u="none" cap="none" strike="noStrike">
              <a:solidFill>
                <a:srgbClr val="FFFFFF"/>
              </a:solidFill>
              <a:latin typeface="Arial"/>
              <a:ea typeface="Arial"/>
              <a:cs typeface="Arial"/>
              <a:sym typeface="Arial"/>
            </a:endParaRPr>
          </a:p>
          <a:p>
            <a:pPr indent="0" lvl="0" marL="0" marR="0" rtl="0" algn="ctr">
              <a:spcBef>
                <a:spcPts val="0"/>
              </a:spcBef>
              <a:spcAft>
                <a:spcPts val="0"/>
              </a:spcAft>
              <a:buNone/>
            </a:pPr>
            <a:r>
              <a:rPr b="0" i="0" lang="en-US" sz="4000" u="none" cap="none" strike="noStrike">
                <a:solidFill>
                  <a:srgbClr val="FFFFFF"/>
                </a:solidFill>
                <a:latin typeface="Comic Sans MS"/>
                <a:ea typeface="Comic Sans MS"/>
                <a:cs typeface="Comic Sans MS"/>
                <a:sym typeface="Comic Sans MS"/>
              </a:rPr>
              <a:t>Yatin Azad, Department of Biological Sciences and Bioengineering, IIT KANPUR</a:t>
            </a:r>
            <a:endParaRPr/>
          </a:p>
          <a:p>
            <a:pPr indent="0" lvl="0" marL="0" marR="0" rtl="0" algn="ctr">
              <a:spcBef>
                <a:spcPts val="0"/>
              </a:spcBef>
              <a:spcAft>
                <a:spcPts val="0"/>
              </a:spcAft>
              <a:buNone/>
            </a:pPr>
            <a:r>
              <a:rPr b="0" i="0" lang="en-US" sz="4000" u="none" cap="none" strike="noStrike">
                <a:solidFill>
                  <a:srgbClr val="FFFFFF"/>
                </a:solidFill>
                <a:latin typeface="Comic Sans MS"/>
                <a:ea typeface="Comic Sans MS"/>
                <a:cs typeface="Comic Sans MS"/>
                <a:sym typeface="Comic Sans MS"/>
              </a:rPr>
              <a:t>Mentor: Prof. Nitin Gupta, Department of Biological Sciences and Bioengineering, IIT KANPUR</a:t>
            </a:r>
            <a:endParaRPr/>
          </a:p>
        </p:txBody>
      </p:sp>
      <p:pic>
        <p:nvPicPr>
          <p:cNvPr id="38" name="Google Shape;38;p1"/>
          <p:cNvPicPr preferRelativeResize="0"/>
          <p:nvPr/>
        </p:nvPicPr>
        <p:blipFill rotWithShape="1">
          <a:blip r:embed="rId3">
            <a:alphaModFix/>
          </a:blip>
          <a:srcRect b="0" l="0" r="0" t="0"/>
          <a:stretch/>
        </p:blipFill>
        <p:spPr>
          <a:xfrm>
            <a:off x="453445" y="443175"/>
            <a:ext cx="5385827" cy="4206249"/>
          </a:xfrm>
          <a:prstGeom prst="rect">
            <a:avLst/>
          </a:prstGeom>
          <a:noFill/>
          <a:ln>
            <a:noFill/>
          </a:ln>
        </p:spPr>
      </p:pic>
      <p:sp>
        <p:nvSpPr>
          <p:cNvPr id="39" name="Google Shape;39;p1"/>
          <p:cNvSpPr txBox="1"/>
          <p:nvPr/>
        </p:nvSpPr>
        <p:spPr>
          <a:xfrm>
            <a:off x="1468588" y="7784300"/>
            <a:ext cx="9239100" cy="10220400"/>
          </a:xfrm>
          <a:prstGeom prst="rect">
            <a:avLst/>
          </a:prstGeom>
          <a:noFill/>
          <a:ln>
            <a:noFill/>
          </a:ln>
        </p:spPr>
        <p:txBody>
          <a:bodyPr anchorCtr="0" anchor="t" bIns="45700" lIns="91425" spcFirstLastPara="1" rIns="91425" wrap="square" tIns="45700">
            <a:spAutoFit/>
          </a:bodyPr>
          <a:lstStyle/>
          <a:p>
            <a:pPr indent="-342900" lvl="0" marL="342900" marR="0" rtl="0" algn="l">
              <a:lnSpc>
                <a:spcPct val="150000"/>
              </a:lnSpc>
              <a:spcBef>
                <a:spcPts val="0"/>
              </a:spcBef>
              <a:spcAft>
                <a:spcPts val="0"/>
              </a:spcAft>
              <a:buClr>
                <a:srgbClr val="000000"/>
              </a:buClr>
              <a:buSzPts val="2800"/>
              <a:buFont typeface="Arial"/>
              <a:buChar char="•"/>
            </a:pPr>
            <a:r>
              <a:rPr b="0" i="0" lang="en-US" sz="2800" u="none" cap="none" strike="noStrike">
                <a:solidFill>
                  <a:srgbClr val="000000"/>
                </a:solidFill>
                <a:latin typeface="Rockwell"/>
                <a:ea typeface="Rockwell"/>
                <a:cs typeface="Rockwell"/>
                <a:sym typeface="Rockwell"/>
              </a:rPr>
              <a:t>Cognitive  Behavioral Therapy as devised by Dr.Aaron Beck is a form of structured, short-term and dynamic psychotherapy for depression. It largely focuses on modifying dysfunctional thoughts and behaviour and solving current problems</a:t>
            </a:r>
            <a:endParaRPr b="0" i="0" sz="2800" u="none" cap="none" strike="noStrike">
              <a:solidFill>
                <a:srgbClr val="333333"/>
              </a:solidFill>
              <a:latin typeface="Rockwell"/>
              <a:ea typeface="Rockwell"/>
              <a:cs typeface="Rockwell"/>
              <a:sym typeface="Rockwell"/>
            </a:endParaRPr>
          </a:p>
          <a:p>
            <a:pPr indent="-342900" lvl="0" marL="342900" marR="0" rtl="0" algn="l">
              <a:lnSpc>
                <a:spcPct val="150000"/>
              </a:lnSpc>
              <a:spcBef>
                <a:spcPts val="0"/>
              </a:spcBef>
              <a:spcAft>
                <a:spcPts val="0"/>
              </a:spcAft>
              <a:buClr>
                <a:srgbClr val="000000"/>
              </a:buClr>
              <a:buSzPts val="2800"/>
              <a:buFont typeface="Arial"/>
              <a:buChar char="•"/>
            </a:pPr>
            <a:r>
              <a:rPr b="0" i="0" lang="en-US" sz="2800" u="none" cap="none" strike="noStrike">
                <a:solidFill>
                  <a:srgbClr val="000000"/>
                </a:solidFill>
                <a:latin typeface="Rockwell"/>
                <a:ea typeface="Rockwell"/>
                <a:cs typeface="Rockwell"/>
                <a:sym typeface="Rockwell"/>
              </a:rPr>
              <a:t>A study reported in WHO, conducted for the NCMH  states that at least 6.5 per cent of the Indian population suffers from some form of the serious mental disorder, with no discernible rural-urban differences.</a:t>
            </a:r>
            <a:endParaRPr/>
          </a:p>
          <a:p>
            <a:pPr indent="-342900" lvl="0" marL="342900" marR="0" rtl="0" algn="l">
              <a:lnSpc>
                <a:spcPct val="150000"/>
              </a:lnSpc>
              <a:spcBef>
                <a:spcPts val="0"/>
              </a:spcBef>
              <a:spcAft>
                <a:spcPts val="0"/>
              </a:spcAft>
              <a:buClr>
                <a:srgbClr val="000000"/>
              </a:buClr>
              <a:buSzPts val="2800"/>
              <a:buFont typeface="Arial"/>
              <a:buChar char="•"/>
            </a:pPr>
            <a:r>
              <a:rPr b="0" i="0" lang="en-US" sz="2800" u="none" cap="none" strike="noStrike">
                <a:solidFill>
                  <a:srgbClr val="000000"/>
                </a:solidFill>
                <a:latin typeface="Rockwell"/>
                <a:ea typeface="Rockwell"/>
                <a:cs typeface="Rockwell"/>
                <a:sym typeface="Rockwell"/>
              </a:rPr>
              <a:t>There is a significant shortage of professionals and, there is a need for an online, computerized tool that can provide help in a concise and effective way.</a:t>
            </a:r>
            <a:endParaRPr/>
          </a:p>
          <a:p>
            <a:pPr indent="-342900" lvl="0" marL="342900" marR="0" rtl="0" algn="l">
              <a:lnSpc>
                <a:spcPct val="150000"/>
              </a:lnSpc>
              <a:spcBef>
                <a:spcPts val="0"/>
              </a:spcBef>
              <a:spcAft>
                <a:spcPts val="0"/>
              </a:spcAft>
              <a:buClr>
                <a:srgbClr val="000000"/>
              </a:buClr>
              <a:buSzPts val="2800"/>
              <a:buFont typeface="Arial"/>
              <a:buChar char="•"/>
            </a:pPr>
            <a:r>
              <a:rPr b="0" i="0" lang="en-US" sz="2800" u="none" cap="none" strike="noStrike">
                <a:solidFill>
                  <a:srgbClr val="000000"/>
                </a:solidFill>
                <a:latin typeface="Rockwell"/>
                <a:ea typeface="Rockwell"/>
                <a:cs typeface="Rockwell"/>
                <a:sym typeface="Rockwell"/>
              </a:rPr>
              <a:t>The objective of my project was to contribute in three particular games that promote adaptive and realistic thinking among individuals.</a:t>
            </a:r>
            <a:endParaRPr b="0" i="0" sz="2800" u="none" cap="none" strike="noStrike">
              <a:solidFill>
                <a:srgbClr val="000000"/>
              </a:solidFill>
              <a:latin typeface="Rockwell"/>
              <a:ea typeface="Rockwell"/>
              <a:cs typeface="Rockwell"/>
              <a:sym typeface="Rockwell"/>
            </a:endParaRPr>
          </a:p>
        </p:txBody>
      </p:sp>
      <p:sp>
        <p:nvSpPr>
          <p:cNvPr id="40" name="Google Shape;40;p1"/>
          <p:cNvSpPr txBox="1"/>
          <p:nvPr/>
        </p:nvSpPr>
        <p:spPr>
          <a:xfrm>
            <a:off x="1472496" y="18580783"/>
            <a:ext cx="9231300" cy="708000"/>
          </a:xfrm>
          <a:prstGeom prst="rect">
            <a:avLst/>
          </a:prstGeom>
          <a:solidFill>
            <a:srgbClr val="7921AF"/>
          </a:solidFill>
          <a:ln>
            <a:noFill/>
          </a:ln>
        </p:spPr>
        <p:txBody>
          <a:bodyPr anchorCtr="0" anchor="t" bIns="45700" lIns="91425" spcFirstLastPara="1" rIns="91425" wrap="square" tIns="45700">
            <a:spAutoFit/>
          </a:bodyPr>
          <a:lstStyle/>
          <a:p>
            <a:pPr indent="0" lvl="0" marL="0" marR="0" rtl="0" algn="ctr">
              <a:lnSpc>
                <a:spcPct val="100975"/>
              </a:lnSpc>
              <a:spcBef>
                <a:spcPts val="0"/>
              </a:spcBef>
              <a:spcAft>
                <a:spcPts val="0"/>
              </a:spcAft>
              <a:buNone/>
            </a:pPr>
            <a:r>
              <a:rPr b="1" i="0" lang="en-US" sz="4000" u="none" cap="none" strike="noStrike">
                <a:solidFill>
                  <a:schemeClr val="lt1"/>
                </a:solidFill>
                <a:latin typeface="Comic Sans MS"/>
                <a:ea typeface="Comic Sans MS"/>
                <a:cs typeface="Comic Sans MS"/>
                <a:sym typeface="Comic Sans MS"/>
              </a:rPr>
              <a:t>The TreadWill Portal</a:t>
            </a:r>
            <a:endParaRPr/>
          </a:p>
        </p:txBody>
      </p:sp>
      <p:sp>
        <p:nvSpPr>
          <p:cNvPr id="41" name="Google Shape;41;p1"/>
          <p:cNvSpPr txBox="1"/>
          <p:nvPr/>
        </p:nvSpPr>
        <p:spPr>
          <a:xfrm>
            <a:off x="11859306" y="6565097"/>
            <a:ext cx="9231406" cy="605487"/>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lnSpc>
                <a:spcPct val="112194"/>
              </a:lnSpc>
              <a:spcBef>
                <a:spcPts val="0"/>
              </a:spcBef>
              <a:spcAft>
                <a:spcPts val="0"/>
              </a:spcAft>
              <a:buNone/>
            </a:pPr>
            <a:r>
              <a:rPr b="1" i="0" lang="en-US" sz="3600" u="none" cap="none" strike="noStrike">
                <a:solidFill>
                  <a:srgbClr val="7030A0"/>
                </a:solidFill>
                <a:latin typeface="Rockwell"/>
                <a:ea typeface="Rockwell"/>
                <a:cs typeface="Rockwell"/>
                <a:sym typeface="Rockwell"/>
              </a:rPr>
              <a:t>Cognitive Distortions</a:t>
            </a:r>
            <a:endParaRPr/>
          </a:p>
        </p:txBody>
      </p:sp>
      <p:sp>
        <p:nvSpPr>
          <p:cNvPr id="42" name="Google Shape;42;p1"/>
          <p:cNvSpPr txBox="1"/>
          <p:nvPr/>
        </p:nvSpPr>
        <p:spPr>
          <a:xfrm>
            <a:off x="12569625" y="7768325"/>
            <a:ext cx="8990100" cy="10220400"/>
          </a:xfrm>
          <a:prstGeom prst="rect">
            <a:avLst/>
          </a:prstGeom>
          <a:noFill/>
          <a:ln>
            <a:noFill/>
          </a:ln>
        </p:spPr>
        <p:txBody>
          <a:bodyPr anchorCtr="0" anchor="t" bIns="45700" lIns="91425" spcFirstLastPara="1" rIns="91425" wrap="square" tIns="45700">
            <a:spAutoFit/>
          </a:bodyPr>
          <a:lstStyle/>
          <a:p>
            <a:pPr indent="-342900" lvl="0" marL="342900" marR="0" rtl="0" algn="l">
              <a:lnSpc>
                <a:spcPct val="150000"/>
              </a:lnSpc>
              <a:spcBef>
                <a:spcPts val="0"/>
              </a:spcBef>
              <a:spcAft>
                <a:spcPts val="0"/>
              </a:spcAft>
              <a:buClr>
                <a:srgbClr val="333333"/>
              </a:buClr>
              <a:buSzPts val="2800"/>
              <a:buFont typeface="Arial"/>
              <a:buChar char="•"/>
            </a:pPr>
            <a:r>
              <a:rPr b="0" i="0" lang="en-US" sz="2800" u="none" cap="none" strike="noStrike">
                <a:solidFill>
                  <a:srgbClr val="333333"/>
                </a:solidFill>
                <a:latin typeface="Rockwell"/>
                <a:ea typeface="Rockwell"/>
                <a:cs typeface="Rockwell"/>
                <a:sym typeface="Rockwell"/>
              </a:rPr>
              <a:t>Inaccurate and deeply flawed thoughts also known as cognitive distortions form the basis of our negative emotions.</a:t>
            </a:r>
            <a:endParaRPr/>
          </a:p>
          <a:p>
            <a:pPr indent="-342900" lvl="0" marL="342900" marR="0" rtl="0" algn="l">
              <a:lnSpc>
                <a:spcPct val="150000"/>
              </a:lnSpc>
              <a:spcBef>
                <a:spcPts val="0"/>
              </a:spcBef>
              <a:spcAft>
                <a:spcPts val="0"/>
              </a:spcAft>
              <a:buClr>
                <a:srgbClr val="333333"/>
              </a:buClr>
              <a:buSzPts val="2800"/>
              <a:buFont typeface="Arial"/>
              <a:buChar char="•"/>
            </a:pPr>
            <a:r>
              <a:rPr b="0" i="0" lang="en-US" sz="2800" u="none" cap="none" strike="noStrike">
                <a:solidFill>
                  <a:srgbClr val="333333"/>
                </a:solidFill>
                <a:latin typeface="Rockwell"/>
                <a:ea typeface="Rockwell"/>
                <a:cs typeface="Rockwell"/>
                <a:sym typeface="Rockwell"/>
              </a:rPr>
              <a:t>They seem to be realistic and rational on the outside but eventually build a very self-defeating perception of events on the </a:t>
            </a:r>
            <a:r>
              <a:rPr i="0" lang="en-US" sz="2800" u="none" cap="none" strike="noStrike">
                <a:solidFill>
                  <a:srgbClr val="333333"/>
                </a:solidFill>
                <a:latin typeface="Rockwell"/>
                <a:ea typeface="Rockwell"/>
                <a:cs typeface="Rockwell"/>
                <a:sym typeface="Rockwell"/>
              </a:rPr>
              <a:t>inside</a:t>
            </a:r>
            <a:r>
              <a:rPr b="0" i="0" lang="en-US" sz="2800" u="none" cap="none" strike="noStrike">
                <a:solidFill>
                  <a:srgbClr val="333333"/>
                </a:solidFill>
                <a:latin typeface="Rockwell"/>
                <a:ea typeface="Rockwell"/>
                <a:cs typeface="Rockwell"/>
                <a:sym typeface="Rockwell"/>
              </a:rPr>
              <a:t>. Thus, one continues to maintain  a negative belief that is inconsistent and unrealistic.</a:t>
            </a:r>
            <a:endParaRPr/>
          </a:p>
          <a:p>
            <a:pPr indent="-342900" lvl="0" marL="342900" marR="0" rtl="0" algn="l">
              <a:lnSpc>
                <a:spcPct val="150000"/>
              </a:lnSpc>
              <a:spcBef>
                <a:spcPts val="0"/>
              </a:spcBef>
              <a:spcAft>
                <a:spcPts val="0"/>
              </a:spcAft>
              <a:buClr>
                <a:srgbClr val="333333"/>
              </a:buClr>
              <a:buSzPts val="2800"/>
              <a:buFont typeface="Arial"/>
              <a:buChar char="•"/>
            </a:pPr>
            <a:r>
              <a:rPr b="0" i="0" lang="en-US" sz="2800" u="none" cap="none" strike="noStrike">
                <a:solidFill>
                  <a:srgbClr val="333333"/>
                </a:solidFill>
                <a:latin typeface="Rockwell"/>
                <a:ea typeface="Rockwell"/>
                <a:cs typeface="Rockwell"/>
                <a:sym typeface="Rockwell"/>
              </a:rPr>
              <a:t>By conscious realization of these thoughts and consistent denial, they can be diminished and replaced by more rational, balanced thinking.</a:t>
            </a:r>
            <a:endParaRPr/>
          </a:p>
          <a:p>
            <a:pPr indent="-342900" lvl="0" marL="342900" marR="0" rtl="0" algn="l">
              <a:lnSpc>
                <a:spcPct val="150000"/>
              </a:lnSpc>
              <a:spcBef>
                <a:spcPts val="0"/>
              </a:spcBef>
              <a:spcAft>
                <a:spcPts val="0"/>
              </a:spcAft>
              <a:buClr>
                <a:srgbClr val="222222"/>
              </a:buClr>
              <a:buSzPts val="2800"/>
              <a:buFont typeface="Arial"/>
              <a:buChar char="•"/>
            </a:pPr>
            <a:r>
              <a:rPr b="0" i="0" lang="en-US" sz="2800" u="none" cap="none" strike="noStrike">
                <a:solidFill>
                  <a:srgbClr val="222222"/>
                </a:solidFill>
                <a:latin typeface="Rockwell"/>
                <a:ea typeface="Rockwell"/>
                <a:cs typeface="Rockwell"/>
                <a:sym typeface="Rockwell"/>
              </a:rPr>
              <a:t>For instance, a person might tell themselves, “I always fail when I try to do something new; I therefore fail at everything I try.” This is an example of “black or white” (or </a:t>
            </a:r>
            <a:r>
              <a:rPr b="0" i="1" lang="en-US" sz="2800" u="none" cap="none" strike="noStrike">
                <a:solidFill>
                  <a:srgbClr val="222222"/>
                </a:solidFill>
                <a:latin typeface="Rockwell"/>
                <a:ea typeface="Rockwell"/>
                <a:cs typeface="Rockwell"/>
                <a:sym typeface="Rockwell"/>
              </a:rPr>
              <a:t>polarized</a:t>
            </a:r>
            <a:r>
              <a:rPr b="0" i="0" lang="en-US" sz="2800" u="none" cap="none" strike="noStrike">
                <a:solidFill>
                  <a:srgbClr val="222222"/>
                </a:solidFill>
                <a:latin typeface="Rockwell"/>
                <a:ea typeface="Rockwell"/>
                <a:cs typeface="Rockwell"/>
                <a:sym typeface="Rockwell"/>
              </a:rPr>
              <a:t>) thinking.</a:t>
            </a:r>
            <a:endParaRPr sz="2800">
              <a:solidFill>
                <a:srgbClr val="333333"/>
              </a:solidFill>
              <a:latin typeface="Rockwell"/>
              <a:ea typeface="Rockwell"/>
              <a:cs typeface="Rockwell"/>
              <a:sym typeface="Rockwell"/>
            </a:endParaRPr>
          </a:p>
          <a:p>
            <a:pPr indent="0" lvl="0" marL="177800" marR="0" rtl="0" algn="l">
              <a:lnSpc>
                <a:spcPct val="150000"/>
              </a:lnSpc>
              <a:spcBef>
                <a:spcPts val="0"/>
              </a:spcBef>
              <a:spcAft>
                <a:spcPts val="0"/>
              </a:spcAft>
              <a:buClr>
                <a:schemeClr val="dk1"/>
              </a:buClr>
              <a:buSzPts val="2800"/>
              <a:buFont typeface="Arial"/>
              <a:buNone/>
            </a:pPr>
            <a:r>
              <a:t/>
            </a:r>
            <a:endParaRPr b="0" i="0" sz="2800" u="none" cap="none" strike="noStrike">
              <a:solidFill>
                <a:srgbClr val="333333"/>
              </a:solidFill>
              <a:latin typeface="Rockwell"/>
              <a:ea typeface="Rockwell"/>
              <a:cs typeface="Rockwell"/>
              <a:sym typeface="Rockwell"/>
            </a:endParaRPr>
          </a:p>
        </p:txBody>
      </p:sp>
      <p:sp>
        <p:nvSpPr>
          <p:cNvPr id="43" name="Google Shape;43;p1"/>
          <p:cNvSpPr txBox="1"/>
          <p:nvPr/>
        </p:nvSpPr>
        <p:spPr>
          <a:xfrm>
            <a:off x="1593121" y="26173746"/>
            <a:ext cx="8990100" cy="708000"/>
          </a:xfrm>
          <a:prstGeom prst="rect">
            <a:avLst/>
          </a:prstGeom>
          <a:solidFill>
            <a:srgbClr val="7921AF"/>
          </a:solidFill>
          <a:ln>
            <a:noFill/>
          </a:ln>
        </p:spPr>
        <p:txBody>
          <a:bodyPr anchorCtr="0" anchor="t" bIns="45700" lIns="91425" spcFirstLastPara="1" rIns="91425" wrap="square" tIns="45700">
            <a:spAutoFit/>
          </a:bodyPr>
          <a:lstStyle/>
          <a:p>
            <a:pPr indent="0" lvl="0" marL="0" marR="0" rtl="0" algn="ctr">
              <a:lnSpc>
                <a:spcPct val="100975"/>
              </a:lnSpc>
              <a:spcBef>
                <a:spcPts val="0"/>
              </a:spcBef>
              <a:spcAft>
                <a:spcPts val="0"/>
              </a:spcAft>
              <a:buNone/>
            </a:pPr>
            <a:r>
              <a:rPr b="1" i="0" lang="en-US" sz="4000" u="none" cap="none" strike="noStrike">
                <a:solidFill>
                  <a:schemeClr val="lt1"/>
                </a:solidFill>
                <a:latin typeface="Comic Sans MS"/>
                <a:ea typeface="Comic Sans MS"/>
                <a:cs typeface="Comic Sans MS"/>
                <a:sym typeface="Comic Sans MS"/>
              </a:rPr>
              <a:t>Methodology</a:t>
            </a:r>
            <a:endParaRPr/>
          </a:p>
        </p:txBody>
      </p:sp>
      <p:sp>
        <p:nvSpPr>
          <p:cNvPr id="44" name="Google Shape;44;p1"/>
          <p:cNvSpPr txBox="1"/>
          <p:nvPr/>
        </p:nvSpPr>
        <p:spPr>
          <a:xfrm>
            <a:off x="12494075" y="28175800"/>
            <a:ext cx="9338400" cy="646500"/>
          </a:xfrm>
          <a:prstGeom prst="rect">
            <a:avLst/>
          </a:prstGeom>
          <a:noFill/>
          <a:ln>
            <a:noFill/>
          </a:ln>
        </p:spPr>
        <p:txBody>
          <a:bodyPr anchorCtr="0" anchor="t" bIns="45700" lIns="91425" spcFirstLastPara="1" rIns="91425" wrap="square" tIns="45700">
            <a:spAutoFit/>
          </a:bodyPr>
          <a:lstStyle/>
          <a:p>
            <a:pPr indent="0" lvl="0" marL="0" marR="0" rtl="0" algn="ctr">
              <a:lnSpc>
                <a:spcPct val="112194"/>
              </a:lnSpc>
              <a:spcBef>
                <a:spcPts val="0"/>
              </a:spcBef>
              <a:spcAft>
                <a:spcPts val="0"/>
              </a:spcAft>
              <a:buNone/>
            </a:pPr>
            <a:r>
              <a:rPr b="0" i="0" lang="en-US" sz="3600" u="none" cap="none" strike="noStrike">
                <a:solidFill>
                  <a:srgbClr val="7030A0"/>
                </a:solidFill>
                <a:latin typeface="Rockwell"/>
                <a:ea typeface="Rockwell"/>
                <a:cs typeface="Rockwell"/>
                <a:sym typeface="Rockwell"/>
              </a:rPr>
              <a:t>Situations for the mental imagery game</a:t>
            </a:r>
            <a:endParaRPr b="0" i="0" sz="3600" u="none" cap="none" strike="noStrike">
              <a:solidFill>
                <a:srgbClr val="7030A0"/>
              </a:solidFill>
              <a:latin typeface="Rockwell"/>
              <a:ea typeface="Rockwell"/>
              <a:cs typeface="Rockwell"/>
              <a:sym typeface="Rockwell"/>
            </a:endParaRPr>
          </a:p>
        </p:txBody>
      </p:sp>
      <p:sp>
        <p:nvSpPr>
          <p:cNvPr id="45" name="Google Shape;45;p1"/>
          <p:cNvSpPr txBox="1"/>
          <p:nvPr/>
        </p:nvSpPr>
        <p:spPr>
          <a:xfrm>
            <a:off x="12590226" y="29147476"/>
            <a:ext cx="9146100" cy="12159900"/>
          </a:xfrm>
          <a:prstGeom prst="rect">
            <a:avLst/>
          </a:prstGeom>
          <a:noFill/>
          <a:ln>
            <a:noFill/>
          </a:ln>
        </p:spPr>
        <p:txBody>
          <a:bodyPr anchorCtr="0" anchor="t" bIns="45700" lIns="91425" spcFirstLastPara="1" rIns="91425" wrap="square" tIns="45700">
            <a:spAutoFit/>
          </a:bodyPr>
          <a:lstStyle/>
          <a:p>
            <a:pPr indent="-514350" lvl="0" marL="514350" marR="0" rtl="0" algn="l">
              <a:lnSpc>
                <a:spcPct val="150000"/>
              </a:lnSpc>
              <a:spcBef>
                <a:spcPts val="0"/>
              </a:spcBef>
              <a:spcAft>
                <a:spcPts val="0"/>
              </a:spcAft>
              <a:buClr>
                <a:srgbClr val="333333"/>
              </a:buClr>
              <a:buSzPts val="2800"/>
              <a:buFont typeface="Arial"/>
              <a:buChar char="•"/>
            </a:pPr>
            <a:r>
              <a:rPr b="0" i="0" lang="en-US" sz="2800" u="none" cap="none" strike="noStrike">
                <a:solidFill>
                  <a:srgbClr val="333333"/>
                </a:solidFill>
                <a:latin typeface="Rockwell"/>
                <a:ea typeface="Rockwell"/>
                <a:cs typeface="Rockwell"/>
                <a:sym typeface="Rockwell"/>
              </a:rPr>
              <a:t>The mental imagery game is a game that induces users to imagine ambiguous situations and come up with responses that reflect how they will react when facing that situation in reality.</a:t>
            </a:r>
            <a:endParaRPr/>
          </a:p>
          <a:p>
            <a:pPr indent="-514350" lvl="0" marL="514350" marR="0" rtl="0" algn="l">
              <a:lnSpc>
                <a:spcPct val="150000"/>
              </a:lnSpc>
              <a:spcBef>
                <a:spcPts val="0"/>
              </a:spcBef>
              <a:spcAft>
                <a:spcPts val="0"/>
              </a:spcAft>
              <a:buClr>
                <a:srgbClr val="333333"/>
              </a:buClr>
              <a:buSzPts val="2800"/>
              <a:buFont typeface="Arial"/>
              <a:buChar char="•"/>
            </a:pPr>
            <a:r>
              <a:rPr b="0" i="0" lang="en-US" sz="2800" u="none" cap="none" strike="noStrike">
                <a:solidFill>
                  <a:srgbClr val="333333"/>
                </a:solidFill>
                <a:latin typeface="Rockwell"/>
                <a:ea typeface="Rockwell"/>
                <a:cs typeface="Rockwell"/>
                <a:sym typeface="Rockwell"/>
              </a:rPr>
              <a:t>It had been established previously that patients who suffer from depression tend to imagine neutral or ambiguous situations negatively .</a:t>
            </a:r>
            <a:endParaRPr/>
          </a:p>
          <a:p>
            <a:pPr indent="-514350" lvl="0" marL="514350" marR="0" rtl="0" algn="l">
              <a:lnSpc>
                <a:spcPct val="150000"/>
              </a:lnSpc>
              <a:spcBef>
                <a:spcPts val="0"/>
              </a:spcBef>
              <a:spcAft>
                <a:spcPts val="0"/>
              </a:spcAft>
              <a:buClr>
                <a:srgbClr val="333333"/>
              </a:buClr>
              <a:buSzPts val="2800"/>
              <a:buFont typeface="Arial"/>
              <a:buChar char="•"/>
            </a:pPr>
            <a:r>
              <a:rPr b="0" i="0" lang="en-US" sz="2800" u="none" cap="none" strike="noStrike">
                <a:solidFill>
                  <a:srgbClr val="333333"/>
                </a:solidFill>
                <a:latin typeface="Rockwell"/>
                <a:ea typeface="Rockwell"/>
                <a:cs typeface="Rockwell"/>
                <a:sym typeface="Rockwell"/>
              </a:rPr>
              <a:t>We compiled a list of possible responses to each question and then divided them into two categories-positive and negative.</a:t>
            </a:r>
            <a:endParaRPr/>
          </a:p>
          <a:p>
            <a:pPr indent="-514350" lvl="0" marL="514350" marR="0" rtl="0" algn="l">
              <a:lnSpc>
                <a:spcPct val="150000"/>
              </a:lnSpc>
              <a:spcBef>
                <a:spcPts val="0"/>
              </a:spcBef>
              <a:spcAft>
                <a:spcPts val="0"/>
              </a:spcAft>
              <a:buClr>
                <a:srgbClr val="333333"/>
              </a:buClr>
              <a:buSzPts val="2800"/>
              <a:buFont typeface="Arial"/>
              <a:buChar char="•"/>
            </a:pPr>
            <a:r>
              <a:rPr b="0" i="0" lang="en-US" sz="2800" u="none" cap="none" strike="noStrike">
                <a:solidFill>
                  <a:srgbClr val="333333"/>
                </a:solidFill>
                <a:latin typeface="Rockwell"/>
                <a:ea typeface="Rockwell"/>
                <a:cs typeface="Rockwell"/>
                <a:sym typeface="Rockwell"/>
              </a:rPr>
              <a:t>Each response had an appropriate score attached to it. When the user entered a positive response, he proceeded further in the story line. Entering a negative response meant failure to complete the task followed by an alternate positive response that was suggested by us.</a:t>
            </a:r>
            <a:endParaRPr/>
          </a:p>
          <a:p>
            <a:pPr indent="-514350" lvl="0" marL="514350" marR="0" rtl="0" algn="l">
              <a:lnSpc>
                <a:spcPct val="150000"/>
              </a:lnSpc>
              <a:spcBef>
                <a:spcPts val="0"/>
              </a:spcBef>
              <a:spcAft>
                <a:spcPts val="0"/>
              </a:spcAft>
              <a:buClr>
                <a:srgbClr val="333333"/>
              </a:buClr>
              <a:buSzPts val="2800"/>
              <a:buFont typeface="Arial"/>
              <a:buChar char="•"/>
            </a:pPr>
            <a:r>
              <a:rPr b="0" i="0" lang="en-US" sz="2800" u="none" cap="none" strike="noStrike">
                <a:solidFill>
                  <a:srgbClr val="333333"/>
                </a:solidFill>
                <a:latin typeface="Rockwell"/>
                <a:ea typeface="Rockwell"/>
                <a:cs typeface="Rockwell"/>
                <a:sym typeface="Rockwell"/>
              </a:rPr>
              <a:t>A set of four distinct storylines have been inscribed by me and they were  programmed by my partner into the game. </a:t>
            </a:r>
            <a:endParaRPr b="0" i="0" sz="2800" u="none" cap="none" strike="noStrike">
              <a:solidFill>
                <a:srgbClr val="333333"/>
              </a:solidFill>
              <a:latin typeface="Rockwell"/>
              <a:ea typeface="Rockwell"/>
              <a:cs typeface="Rockwell"/>
              <a:sym typeface="Rockwell"/>
            </a:endParaRPr>
          </a:p>
        </p:txBody>
      </p:sp>
      <p:sp>
        <p:nvSpPr>
          <p:cNvPr id="46" name="Google Shape;46;p1"/>
          <p:cNvSpPr txBox="1"/>
          <p:nvPr/>
        </p:nvSpPr>
        <p:spPr>
          <a:xfrm>
            <a:off x="12547626" y="27142619"/>
            <a:ext cx="9231300" cy="708000"/>
          </a:xfrm>
          <a:prstGeom prst="rect">
            <a:avLst/>
          </a:prstGeom>
          <a:solidFill>
            <a:srgbClr val="7921AF"/>
          </a:solidFill>
          <a:ln>
            <a:noFill/>
          </a:ln>
        </p:spPr>
        <p:txBody>
          <a:bodyPr anchorCtr="0" anchor="t" bIns="45700" lIns="91425" spcFirstLastPara="1" rIns="91425" wrap="square" tIns="45700">
            <a:spAutoFit/>
          </a:bodyPr>
          <a:lstStyle/>
          <a:p>
            <a:pPr indent="0" lvl="0" marL="0" marR="0" rtl="0" algn="ctr">
              <a:lnSpc>
                <a:spcPct val="100975"/>
              </a:lnSpc>
              <a:spcBef>
                <a:spcPts val="0"/>
              </a:spcBef>
              <a:spcAft>
                <a:spcPts val="0"/>
              </a:spcAft>
              <a:buNone/>
            </a:pPr>
            <a:r>
              <a:rPr b="1" i="0" lang="en-US" sz="4000" u="none" cap="none" strike="noStrike">
                <a:solidFill>
                  <a:schemeClr val="lt1"/>
                </a:solidFill>
                <a:latin typeface="Comic Sans MS"/>
                <a:ea typeface="Comic Sans MS"/>
                <a:cs typeface="Comic Sans MS"/>
                <a:sym typeface="Comic Sans MS"/>
              </a:rPr>
              <a:t>Implementation and Involvement</a:t>
            </a:r>
            <a:endParaRPr/>
          </a:p>
        </p:txBody>
      </p:sp>
      <p:sp>
        <p:nvSpPr>
          <p:cNvPr id="47" name="Google Shape;47;p1"/>
          <p:cNvSpPr txBox="1"/>
          <p:nvPr/>
        </p:nvSpPr>
        <p:spPr>
          <a:xfrm>
            <a:off x="23110892" y="11727552"/>
            <a:ext cx="8526306" cy="3323987"/>
          </a:xfrm>
          <a:prstGeom prst="rect">
            <a:avLst/>
          </a:prstGeom>
          <a:noFill/>
          <a:ln>
            <a:noFill/>
          </a:ln>
        </p:spPr>
        <p:txBody>
          <a:bodyPr anchorCtr="0" anchor="t" bIns="45700" lIns="91425" spcFirstLastPara="1" rIns="91425" wrap="square" tIns="45700">
            <a:spAutoFit/>
          </a:bodyPr>
          <a:lstStyle/>
          <a:p>
            <a:pPr indent="0" lvl="0" marL="0" marR="176022" rtl="0" algn="l">
              <a:spcBef>
                <a:spcPts val="0"/>
              </a:spcBef>
              <a:spcAft>
                <a:spcPts val="0"/>
              </a:spcAft>
              <a:buNone/>
            </a:pPr>
            <a:r>
              <a:t/>
            </a:r>
            <a:endParaRPr b="1" i="0" sz="3600" u="none" cap="none" strike="noStrike">
              <a:solidFill>
                <a:srgbClr val="7030A0"/>
              </a:solidFill>
              <a:latin typeface="Rockwell"/>
              <a:ea typeface="Rockwell"/>
              <a:cs typeface="Rockwell"/>
              <a:sym typeface="Rockwell"/>
            </a:endParaRPr>
          </a:p>
          <a:p>
            <a:pPr indent="0" lvl="0" marL="0" marR="176022" rtl="0" algn="l">
              <a:spcBef>
                <a:spcPts val="600"/>
              </a:spcBef>
              <a:spcAft>
                <a:spcPts val="0"/>
              </a:spcAft>
              <a:buNone/>
            </a:pPr>
            <a:r>
              <a:rPr b="0" i="0" lang="en-US" sz="3600" u="none" cap="none" strike="noStrike">
                <a:solidFill>
                  <a:srgbClr val="7030A0"/>
                </a:solidFill>
                <a:latin typeface="Rockwell"/>
                <a:ea typeface="Rockwell"/>
                <a:cs typeface="Rockwell"/>
                <a:sym typeface="Rockwell"/>
              </a:rPr>
              <a:t>Coming up with sentence word pairs for the Interpretation Bias Game</a:t>
            </a:r>
            <a:endParaRPr/>
          </a:p>
          <a:p>
            <a:pPr indent="0" lvl="0" marL="0" marR="176022" rtl="0" algn="l">
              <a:spcBef>
                <a:spcPts val="600"/>
              </a:spcBef>
              <a:spcAft>
                <a:spcPts val="0"/>
              </a:spcAft>
              <a:buNone/>
            </a:pPr>
            <a:r>
              <a:t/>
            </a:r>
            <a:endParaRPr b="0" i="0" sz="3600" u="none" cap="none" strike="noStrike">
              <a:solidFill>
                <a:srgbClr val="7030A0"/>
              </a:solidFill>
              <a:latin typeface="Rockwell"/>
              <a:ea typeface="Rockwell"/>
              <a:cs typeface="Rockwell"/>
              <a:sym typeface="Rockwell"/>
            </a:endParaRPr>
          </a:p>
          <a:p>
            <a:pPr indent="0" lvl="0" marL="0" marR="0" rtl="0" algn="l">
              <a:spcBef>
                <a:spcPts val="0"/>
              </a:spcBef>
              <a:spcAft>
                <a:spcPts val="0"/>
              </a:spcAft>
              <a:buNone/>
            </a:pPr>
            <a:br>
              <a:rPr b="0" i="0" lang="en-US" sz="2800" u="none" cap="none" strike="noStrike">
                <a:solidFill>
                  <a:schemeClr val="dk1"/>
                </a:solidFill>
                <a:latin typeface="Arial"/>
                <a:ea typeface="Arial"/>
                <a:cs typeface="Arial"/>
                <a:sym typeface="Arial"/>
              </a:rPr>
            </a:br>
            <a:endParaRPr sz="2800">
              <a:solidFill>
                <a:srgbClr val="7030A0"/>
              </a:solidFill>
              <a:latin typeface="Rockwell"/>
              <a:ea typeface="Rockwell"/>
              <a:cs typeface="Rockwell"/>
              <a:sym typeface="Rockwell"/>
            </a:endParaRPr>
          </a:p>
        </p:txBody>
      </p:sp>
      <p:sp>
        <p:nvSpPr>
          <p:cNvPr id="48" name="Google Shape;48;p1"/>
          <p:cNvSpPr txBox="1"/>
          <p:nvPr/>
        </p:nvSpPr>
        <p:spPr>
          <a:xfrm>
            <a:off x="23189600" y="11308553"/>
            <a:ext cx="8410500" cy="461700"/>
          </a:xfrm>
          <a:prstGeom prst="rect">
            <a:avLst/>
          </a:prstGeom>
          <a:solidFill>
            <a:srgbClr val="BEDDF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rgbClr val="000000"/>
                </a:solidFill>
                <a:latin typeface="Rockwell"/>
                <a:ea typeface="Rockwell"/>
                <a:cs typeface="Rockwell"/>
                <a:sym typeface="Rockwell"/>
              </a:rPr>
              <a:t>Figure 4 : The mental imagery game  in action</a:t>
            </a:r>
            <a:r>
              <a:rPr lang="en-US" sz="2400">
                <a:solidFill>
                  <a:srgbClr val="333333"/>
                </a:solidFill>
                <a:latin typeface="Rockwell"/>
                <a:ea typeface="Rockwell"/>
                <a:cs typeface="Rockwell"/>
                <a:sym typeface="Rockwell"/>
              </a:rPr>
              <a:t>!</a:t>
            </a:r>
            <a:endParaRPr sz="2400">
              <a:latin typeface="Rockwell"/>
              <a:ea typeface="Rockwell"/>
              <a:cs typeface="Rockwell"/>
              <a:sym typeface="Rockwell"/>
            </a:endParaRPr>
          </a:p>
        </p:txBody>
      </p:sp>
      <p:sp>
        <p:nvSpPr>
          <p:cNvPr id="49" name="Google Shape;49;p1"/>
          <p:cNvSpPr txBox="1"/>
          <p:nvPr/>
        </p:nvSpPr>
        <p:spPr>
          <a:xfrm>
            <a:off x="24501231" y="41913012"/>
            <a:ext cx="5295900" cy="14773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000">
                <a:solidFill>
                  <a:schemeClr val="lt1"/>
                </a:solidFill>
                <a:latin typeface="Arial"/>
                <a:ea typeface="Arial"/>
                <a:cs typeface="Arial"/>
                <a:sym typeface="Arial"/>
              </a:rPr>
              <a:t>Piyush Patel</a:t>
            </a:r>
            <a:endParaRPr/>
          </a:p>
          <a:p>
            <a:pPr indent="0" lvl="0" marL="0" marR="0" rtl="0" algn="l">
              <a:spcBef>
                <a:spcPts val="0"/>
              </a:spcBef>
              <a:spcAft>
                <a:spcPts val="0"/>
              </a:spcAft>
              <a:buNone/>
            </a:pPr>
            <a:r>
              <a:rPr lang="en-US" sz="3000">
                <a:solidFill>
                  <a:schemeClr val="lt1"/>
                </a:solidFill>
                <a:latin typeface="Arial"/>
                <a:ea typeface="Arial"/>
                <a:cs typeface="Arial"/>
                <a:sym typeface="Arial"/>
              </a:rPr>
              <a:t>Email: ppatel@iitk.ac.in</a:t>
            </a:r>
            <a:endParaRPr/>
          </a:p>
          <a:p>
            <a:pPr indent="0" lvl="0" marL="0" marR="0" rtl="0" algn="l">
              <a:spcBef>
                <a:spcPts val="0"/>
              </a:spcBef>
              <a:spcAft>
                <a:spcPts val="0"/>
              </a:spcAft>
              <a:buNone/>
            </a:pPr>
            <a:r>
              <a:rPr lang="en-US" sz="3000">
                <a:solidFill>
                  <a:schemeClr val="lt1"/>
                </a:solidFill>
                <a:latin typeface="Arial"/>
                <a:ea typeface="Arial"/>
                <a:cs typeface="Arial"/>
                <a:sym typeface="Arial"/>
              </a:rPr>
              <a:t>Phone: +917007188949</a:t>
            </a:r>
            <a:endParaRPr sz="3000">
              <a:solidFill>
                <a:schemeClr val="lt1"/>
              </a:solidFill>
              <a:latin typeface="Arial"/>
              <a:ea typeface="Arial"/>
              <a:cs typeface="Arial"/>
              <a:sym typeface="Arial"/>
            </a:endParaRPr>
          </a:p>
        </p:txBody>
      </p:sp>
      <p:cxnSp>
        <p:nvCxnSpPr>
          <p:cNvPr descr="Horizontal Divider" id="50" name="Google Shape;50;p1"/>
          <p:cNvCxnSpPr/>
          <p:nvPr/>
        </p:nvCxnSpPr>
        <p:spPr>
          <a:xfrm flipH="1" rot="10800000">
            <a:off x="22906158" y="43441769"/>
            <a:ext cx="8928162" cy="1"/>
          </a:xfrm>
          <a:prstGeom prst="straightConnector1">
            <a:avLst/>
          </a:prstGeom>
          <a:noFill/>
          <a:ln cap="flat" cmpd="sng" w="25400">
            <a:solidFill>
              <a:schemeClr val="dk1"/>
            </a:solidFill>
            <a:prstDash val="dash"/>
            <a:round/>
            <a:headEnd len="sm" w="sm" type="none"/>
            <a:tailEnd len="sm" w="sm" type="none"/>
          </a:ln>
        </p:spPr>
      </p:cxnSp>
      <p:sp>
        <p:nvSpPr>
          <p:cNvPr id="51" name="Google Shape;51;p1"/>
          <p:cNvSpPr txBox="1"/>
          <p:nvPr/>
        </p:nvSpPr>
        <p:spPr>
          <a:xfrm>
            <a:off x="3243883" y="41949738"/>
            <a:ext cx="6509717" cy="14773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000">
                <a:solidFill>
                  <a:schemeClr val="lt1"/>
                </a:solidFill>
                <a:latin typeface="Rockwell"/>
                <a:ea typeface="Rockwell"/>
                <a:cs typeface="Rockwell"/>
                <a:sym typeface="Rockwell"/>
              </a:rPr>
              <a:t>Dr. Salil Goel</a:t>
            </a:r>
            <a:endParaRPr/>
          </a:p>
          <a:p>
            <a:pPr indent="0" lvl="0" marL="0" marR="0" rtl="0" algn="l">
              <a:spcBef>
                <a:spcPts val="0"/>
              </a:spcBef>
              <a:spcAft>
                <a:spcPts val="0"/>
              </a:spcAft>
              <a:buNone/>
            </a:pPr>
            <a:r>
              <a:rPr lang="en-US" sz="3000">
                <a:solidFill>
                  <a:schemeClr val="lt1"/>
                </a:solidFill>
                <a:latin typeface="Rockwell"/>
                <a:ea typeface="Rockwell"/>
                <a:cs typeface="Rockwell"/>
                <a:sym typeface="Rockwell"/>
              </a:rPr>
              <a:t>Assistant Prof. (Geoinformatics)</a:t>
            </a:r>
            <a:endParaRPr/>
          </a:p>
          <a:p>
            <a:pPr indent="0" lvl="0" marL="0" marR="0" rtl="0" algn="l">
              <a:spcBef>
                <a:spcPts val="0"/>
              </a:spcBef>
              <a:spcAft>
                <a:spcPts val="0"/>
              </a:spcAft>
              <a:buNone/>
            </a:pPr>
            <a:r>
              <a:rPr lang="en-US" sz="3000">
                <a:solidFill>
                  <a:schemeClr val="lt1"/>
                </a:solidFill>
                <a:latin typeface="Rockwell"/>
                <a:ea typeface="Rockwell"/>
                <a:cs typeface="Rockwell"/>
                <a:sym typeface="Rockwell"/>
              </a:rPr>
              <a:t>Email: sgoel@iitk.ac.in </a:t>
            </a:r>
            <a:endParaRPr sz="3000">
              <a:solidFill>
                <a:schemeClr val="lt1"/>
              </a:solidFill>
              <a:latin typeface="Rockwell"/>
              <a:ea typeface="Rockwell"/>
              <a:cs typeface="Rockwell"/>
              <a:sym typeface="Rockwell"/>
            </a:endParaRPr>
          </a:p>
        </p:txBody>
      </p:sp>
      <p:pic>
        <p:nvPicPr>
          <p:cNvPr descr="https://lh4.googleusercontent.com/l4I592ewEdEIrJK6cTKYat5ycQXIY2-RAzAq4E4z40vUAGj64tsJz5znGRY9XrxyYKc42uoNkDGctlgQl3nw64We-RfKzE19FeTydAOXp-ARjYyoKYJRdv5GfO_so35M8J8xdOBW3-o" id="52" name="Google Shape;52;p1"/>
          <p:cNvPicPr preferRelativeResize="0"/>
          <p:nvPr/>
        </p:nvPicPr>
        <p:blipFill rotWithShape="1">
          <a:blip r:embed="rId4">
            <a:alphaModFix/>
          </a:blip>
          <a:srcRect b="0" l="0" r="0" t="0"/>
          <a:stretch/>
        </p:blipFill>
        <p:spPr>
          <a:xfrm>
            <a:off x="1468570" y="19697327"/>
            <a:ext cx="9239153" cy="4968784"/>
          </a:xfrm>
          <a:prstGeom prst="rect">
            <a:avLst/>
          </a:prstGeom>
          <a:noFill/>
          <a:ln>
            <a:noFill/>
          </a:ln>
        </p:spPr>
      </p:pic>
      <p:sp>
        <p:nvSpPr>
          <p:cNvPr id="53" name="Google Shape;53;p1"/>
          <p:cNvSpPr txBox="1"/>
          <p:nvPr/>
        </p:nvSpPr>
        <p:spPr>
          <a:xfrm>
            <a:off x="1562346" y="27228618"/>
            <a:ext cx="9051600" cy="84657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lang="en-US" sz="3600">
                <a:solidFill>
                  <a:srgbClr val="7030A0"/>
                </a:solidFill>
                <a:latin typeface="Rockwell"/>
                <a:ea typeface="Rockwell"/>
                <a:cs typeface="Rockwell"/>
                <a:sym typeface="Rockwell"/>
              </a:rPr>
              <a:t>   Cognitive Bias Modification</a:t>
            </a:r>
            <a:endParaRPr/>
          </a:p>
          <a:p>
            <a:pPr indent="-571500" lvl="0" marL="571500" marR="0" rtl="0" algn="l">
              <a:lnSpc>
                <a:spcPct val="150000"/>
              </a:lnSpc>
              <a:spcBef>
                <a:spcPts val="0"/>
              </a:spcBef>
              <a:spcAft>
                <a:spcPts val="0"/>
              </a:spcAft>
              <a:buClr>
                <a:srgbClr val="000000"/>
              </a:buClr>
              <a:buSzPts val="2800"/>
              <a:buFont typeface="Arial"/>
              <a:buChar char="•"/>
            </a:pPr>
            <a:r>
              <a:rPr lang="en-US" sz="2800">
                <a:solidFill>
                  <a:srgbClr val="000000"/>
                </a:solidFill>
                <a:latin typeface="Rockwell"/>
                <a:ea typeface="Rockwell"/>
                <a:cs typeface="Rockwell"/>
                <a:sym typeface="Rockwell"/>
              </a:rPr>
              <a:t>Many psychotherapists have talked about Induced emotional interpretation through the use of mental imagery as a mode of identifying the perceived anxiety in patients affected by depression.</a:t>
            </a:r>
            <a:endParaRPr/>
          </a:p>
          <a:p>
            <a:pPr indent="-571500" lvl="0" marL="571500" marR="0" rtl="0" algn="l">
              <a:lnSpc>
                <a:spcPct val="150000"/>
              </a:lnSpc>
              <a:spcBef>
                <a:spcPts val="0"/>
              </a:spcBef>
              <a:spcAft>
                <a:spcPts val="0"/>
              </a:spcAft>
              <a:buClr>
                <a:srgbClr val="000000"/>
              </a:buClr>
              <a:buSzPts val="2800"/>
              <a:buFont typeface="Arial"/>
              <a:buChar char="•"/>
            </a:pPr>
            <a:r>
              <a:rPr lang="en-US" sz="2800">
                <a:solidFill>
                  <a:srgbClr val="000000"/>
                </a:solidFill>
                <a:latin typeface="Rockwell"/>
                <a:ea typeface="Rockwell"/>
                <a:cs typeface="Rockwell"/>
                <a:sym typeface="Rockwell"/>
              </a:rPr>
              <a:t>The patients that were directed to imagine situations reported greater increases in positive affect and rated new descriptions as being more positive than did those in the verbal condition.</a:t>
            </a:r>
            <a:endParaRPr/>
          </a:p>
          <a:p>
            <a:pPr indent="-571500" lvl="0" marL="571500" marR="0" rtl="0" algn="l">
              <a:lnSpc>
                <a:spcPct val="150000"/>
              </a:lnSpc>
              <a:spcBef>
                <a:spcPts val="0"/>
              </a:spcBef>
              <a:spcAft>
                <a:spcPts val="0"/>
              </a:spcAft>
              <a:buClr>
                <a:srgbClr val="000000"/>
              </a:buClr>
              <a:buSzPts val="2800"/>
              <a:buFont typeface="Arial"/>
              <a:buChar char="•"/>
            </a:pPr>
            <a:r>
              <a:rPr lang="en-US" sz="2800">
                <a:solidFill>
                  <a:srgbClr val="000000"/>
                </a:solidFill>
                <a:latin typeface="Rockwell"/>
                <a:ea typeface="Rockwell"/>
                <a:cs typeface="Rockwell"/>
                <a:sym typeface="Rockwell"/>
              </a:rPr>
              <a:t>A computerized intervention to change  dysfunctional thinking styles had also been described.</a:t>
            </a:r>
            <a:endParaRPr/>
          </a:p>
          <a:p>
            <a:pPr indent="-279400" lvl="0" marL="457200" marR="0" rtl="0" algn="l">
              <a:spcBef>
                <a:spcPts val="0"/>
              </a:spcBef>
              <a:spcAft>
                <a:spcPts val="0"/>
              </a:spcAft>
              <a:buClr>
                <a:schemeClr val="dk1"/>
              </a:buClr>
              <a:buSzPts val="2800"/>
              <a:buFont typeface="Arial"/>
              <a:buNone/>
            </a:pPr>
            <a:r>
              <a:t/>
            </a:r>
            <a:endParaRPr sz="2800">
              <a:solidFill>
                <a:srgbClr val="333333"/>
              </a:solidFill>
              <a:latin typeface="Rockwell"/>
              <a:ea typeface="Rockwell"/>
              <a:cs typeface="Rockwell"/>
              <a:sym typeface="Rockwell"/>
            </a:endParaRPr>
          </a:p>
        </p:txBody>
      </p:sp>
      <p:pic>
        <p:nvPicPr>
          <p:cNvPr descr="Image result for cognitive distortions" id="54" name="Google Shape;54;p1"/>
          <p:cNvPicPr preferRelativeResize="0"/>
          <p:nvPr/>
        </p:nvPicPr>
        <p:blipFill rotWithShape="1">
          <a:blip r:embed="rId5">
            <a:alphaModFix/>
          </a:blip>
          <a:srcRect b="0" l="0" r="0" t="0"/>
          <a:stretch/>
        </p:blipFill>
        <p:spPr>
          <a:xfrm>
            <a:off x="13038887" y="17717450"/>
            <a:ext cx="7957713" cy="8456301"/>
          </a:xfrm>
          <a:prstGeom prst="rect">
            <a:avLst/>
          </a:prstGeom>
          <a:noFill/>
          <a:ln>
            <a:noFill/>
          </a:ln>
        </p:spPr>
      </p:pic>
      <p:pic>
        <p:nvPicPr>
          <p:cNvPr descr="https://lh5.googleusercontent.com/EW0PdpUsRPid0YW8IqWo_Wa-ZzKnSPeEswZzL5gIrn27C-xPZLNmiZDQjLqHCYSHpK-6xT5lIImo5gSb2WOcfY4o9TaKVFIQeVzC2EVSJDcGqUj3g3KYiNnpli2gP2Lca6Auq85j" id="55" name="Google Shape;55;p1"/>
          <p:cNvPicPr preferRelativeResize="0"/>
          <p:nvPr/>
        </p:nvPicPr>
        <p:blipFill rotWithShape="1">
          <a:blip r:embed="rId6">
            <a:alphaModFix/>
          </a:blip>
          <a:srcRect b="0" l="0" r="0" t="0"/>
          <a:stretch/>
        </p:blipFill>
        <p:spPr>
          <a:xfrm>
            <a:off x="22958893" y="6461835"/>
            <a:ext cx="8410569" cy="4720217"/>
          </a:xfrm>
          <a:prstGeom prst="rect">
            <a:avLst/>
          </a:prstGeom>
          <a:noFill/>
          <a:ln>
            <a:noFill/>
          </a:ln>
        </p:spPr>
      </p:pic>
      <p:sp>
        <p:nvSpPr>
          <p:cNvPr id="56" name="Google Shape;56;p1"/>
          <p:cNvSpPr txBox="1"/>
          <p:nvPr/>
        </p:nvSpPr>
        <p:spPr>
          <a:xfrm>
            <a:off x="12587200" y="26551399"/>
            <a:ext cx="9146100" cy="461700"/>
          </a:xfrm>
          <a:prstGeom prst="rect">
            <a:avLst/>
          </a:prstGeom>
          <a:solidFill>
            <a:srgbClr val="BEDDF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rgbClr val="000000"/>
                </a:solidFill>
                <a:latin typeface="Rockwell"/>
                <a:ea typeface="Rockwell"/>
                <a:cs typeface="Rockwell"/>
                <a:sym typeface="Rockwell"/>
              </a:rPr>
              <a:t>Figure 2 shows the cognitive distortions</a:t>
            </a:r>
            <a:endParaRPr sz="2400">
              <a:solidFill>
                <a:srgbClr val="000000"/>
              </a:solidFill>
              <a:latin typeface="Rockwell"/>
              <a:ea typeface="Rockwell"/>
              <a:cs typeface="Rockwell"/>
              <a:sym typeface="Rockwell"/>
            </a:endParaRPr>
          </a:p>
        </p:txBody>
      </p:sp>
      <p:sp>
        <p:nvSpPr>
          <p:cNvPr id="57" name="Google Shape;57;p1"/>
          <p:cNvSpPr txBox="1"/>
          <p:nvPr/>
        </p:nvSpPr>
        <p:spPr>
          <a:xfrm>
            <a:off x="1470650" y="25088850"/>
            <a:ext cx="9239100" cy="461700"/>
          </a:xfrm>
          <a:prstGeom prst="rect">
            <a:avLst/>
          </a:prstGeom>
          <a:solidFill>
            <a:srgbClr val="BEDDFF"/>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000000"/>
                </a:solidFill>
                <a:latin typeface="Rockwell"/>
                <a:ea typeface="Rockwell"/>
                <a:cs typeface="Rockwell"/>
                <a:sym typeface="Rockwell"/>
              </a:rPr>
              <a:t>Figure 1 is a snapshot of the TreadWill website</a:t>
            </a:r>
            <a:endParaRPr sz="2400">
              <a:solidFill>
                <a:srgbClr val="000000"/>
              </a:solidFill>
              <a:latin typeface="Rockwell"/>
              <a:ea typeface="Rockwell"/>
              <a:cs typeface="Rockwell"/>
              <a:sym typeface="Rockwell"/>
            </a:endParaRPr>
          </a:p>
        </p:txBody>
      </p:sp>
      <p:sp>
        <p:nvSpPr>
          <p:cNvPr id="58" name="Google Shape;58;p1"/>
          <p:cNvSpPr txBox="1"/>
          <p:nvPr/>
        </p:nvSpPr>
        <p:spPr>
          <a:xfrm>
            <a:off x="22991150" y="13749600"/>
            <a:ext cx="8623800" cy="10220400"/>
          </a:xfrm>
          <a:prstGeom prst="rect">
            <a:avLst/>
          </a:prstGeom>
          <a:noFill/>
          <a:ln>
            <a:noFill/>
          </a:ln>
        </p:spPr>
        <p:txBody>
          <a:bodyPr anchorCtr="0" anchor="t" bIns="45700" lIns="91425" spcFirstLastPara="1" rIns="91425" wrap="square" tIns="45700">
            <a:spAutoFit/>
          </a:bodyPr>
          <a:lstStyle/>
          <a:p>
            <a:pPr indent="-457200" lvl="0" marL="457200" marR="0" rtl="0" algn="l">
              <a:lnSpc>
                <a:spcPct val="150000"/>
              </a:lnSpc>
              <a:spcBef>
                <a:spcPts val="0"/>
              </a:spcBef>
              <a:spcAft>
                <a:spcPts val="0"/>
              </a:spcAft>
              <a:buClr>
                <a:srgbClr val="000000"/>
              </a:buClr>
              <a:buSzPts val="2800"/>
              <a:buFont typeface="Arial"/>
              <a:buChar char="•"/>
            </a:pPr>
            <a:r>
              <a:rPr lang="en-US" sz="2800">
                <a:solidFill>
                  <a:srgbClr val="000000"/>
                </a:solidFill>
                <a:latin typeface="Rockwell"/>
                <a:ea typeface="Rockwell"/>
                <a:cs typeface="Rockwell"/>
                <a:sym typeface="Rockwell"/>
              </a:rPr>
              <a:t>Following the same underlying concept of interpretation bias ,the second game used ambiguous sentence word pairs instead of mental imageries.to detect Cognitive Bias.</a:t>
            </a:r>
            <a:endParaRPr/>
          </a:p>
          <a:p>
            <a:pPr indent="-457200" lvl="0" marL="457200" marR="0" rtl="0" algn="l">
              <a:lnSpc>
                <a:spcPct val="150000"/>
              </a:lnSpc>
              <a:spcBef>
                <a:spcPts val="0"/>
              </a:spcBef>
              <a:spcAft>
                <a:spcPts val="0"/>
              </a:spcAft>
              <a:buClr>
                <a:srgbClr val="000000"/>
              </a:buClr>
              <a:buSzPts val="2800"/>
              <a:buFont typeface="Arial"/>
              <a:buChar char="•"/>
            </a:pPr>
            <a:r>
              <a:rPr lang="en-US" sz="2800">
                <a:solidFill>
                  <a:srgbClr val="000000"/>
                </a:solidFill>
                <a:latin typeface="Rockwell"/>
                <a:ea typeface="Rockwell"/>
                <a:cs typeface="Rockwell"/>
                <a:sym typeface="Rockwell"/>
              </a:rPr>
              <a:t>Sentence word pairs were flashed on the user’s screen and he was asked whether he finds the two to be related.</a:t>
            </a:r>
            <a:endParaRPr/>
          </a:p>
          <a:p>
            <a:pPr indent="-457200" lvl="0" marL="457200" marR="0" rtl="0" algn="l">
              <a:lnSpc>
                <a:spcPct val="150000"/>
              </a:lnSpc>
              <a:spcBef>
                <a:spcPts val="0"/>
              </a:spcBef>
              <a:spcAft>
                <a:spcPts val="0"/>
              </a:spcAft>
              <a:buClr>
                <a:srgbClr val="000000"/>
              </a:buClr>
              <a:buSzPts val="2800"/>
              <a:buFont typeface="Arial"/>
              <a:buChar char="•"/>
            </a:pPr>
            <a:r>
              <a:rPr lang="en-US" sz="2800">
                <a:solidFill>
                  <a:srgbClr val="000000"/>
                </a:solidFill>
                <a:latin typeface="Rockwell"/>
                <a:ea typeface="Rockwell"/>
                <a:cs typeface="Rockwell"/>
                <a:sym typeface="Rockwell"/>
              </a:rPr>
              <a:t>Emotionally suffering or depressed patients easily related to the negative words that the otherwise normal individual might found hard to relate.</a:t>
            </a:r>
            <a:endParaRPr/>
          </a:p>
          <a:p>
            <a:pPr indent="-457200" lvl="0" marL="457200" marR="0" rtl="0" algn="l">
              <a:lnSpc>
                <a:spcPct val="150000"/>
              </a:lnSpc>
              <a:spcBef>
                <a:spcPts val="0"/>
              </a:spcBef>
              <a:spcAft>
                <a:spcPts val="0"/>
              </a:spcAft>
              <a:buClr>
                <a:srgbClr val="000000"/>
              </a:buClr>
              <a:buSzPts val="2800"/>
              <a:buFont typeface="Arial"/>
              <a:buChar char="•"/>
            </a:pPr>
            <a:r>
              <a:rPr lang="en-US" sz="2800">
                <a:solidFill>
                  <a:srgbClr val="000000"/>
                </a:solidFill>
                <a:latin typeface="Rockwell"/>
                <a:ea typeface="Rockwell"/>
                <a:cs typeface="Rockwell"/>
                <a:sym typeface="Rockwell"/>
              </a:rPr>
              <a:t>A crucial aspect of the game remains to measure the latencies with which the user makes his choices.</a:t>
            </a:r>
            <a:endParaRPr/>
          </a:p>
          <a:p>
            <a:pPr indent="-457200" lvl="0" marL="457200" marR="0" rtl="0" algn="l">
              <a:lnSpc>
                <a:spcPct val="150000"/>
              </a:lnSpc>
              <a:spcBef>
                <a:spcPts val="0"/>
              </a:spcBef>
              <a:spcAft>
                <a:spcPts val="0"/>
              </a:spcAft>
              <a:buClr>
                <a:srgbClr val="000000"/>
              </a:buClr>
              <a:buSzPts val="2800"/>
              <a:buFont typeface="Arial"/>
              <a:buChar char="•"/>
            </a:pPr>
            <a:r>
              <a:rPr lang="en-US" sz="2800">
                <a:solidFill>
                  <a:srgbClr val="000000"/>
                </a:solidFill>
                <a:latin typeface="Rockwell"/>
                <a:ea typeface="Rockwell"/>
                <a:cs typeface="Rockwell"/>
                <a:sym typeface="Rockwell"/>
              </a:rPr>
              <a:t>Dysphoric individuals were quick to locate the negative choices.</a:t>
            </a:r>
            <a:endParaRPr/>
          </a:p>
        </p:txBody>
      </p:sp>
      <p:pic>
        <p:nvPicPr>
          <p:cNvPr descr="https://lh5.googleusercontent.com/77CGKpQS-pA-AVbNaJKfFUuSAGRpc5E_B1JQfTABWBL_bs8gCy9AHIdvVD7xrjaNaktCrXHgILzbbTwltKRnejRr9q-K6Aui9yJn4vDxlfcV0tCaYMmdvQz0GaHAkSoOnKDqCiGa" id="59" name="Google Shape;59;p1"/>
          <p:cNvPicPr preferRelativeResize="0"/>
          <p:nvPr/>
        </p:nvPicPr>
        <p:blipFill rotWithShape="1">
          <a:blip r:embed="rId7">
            <a:alphaModFix/>
          </a:blip>
          <a:srcRect b="0" l="0" r="0" t="0"/>
          <a:stretch/>
        </p:blipFill>
        <p:spPr>
          <a:xfrm>
            <a:off x="23940500" y="24188850"/>
            <a:ext cx="6972301" cy="6050024"/>
          </a:xfrm>
          <a:prstGeom prst="rect">
            <a:avLst/>
          </a:prstGeom>
          <a:noFill/>
          <a:ln>
            <a:noFill/>
          </a:ln>
        </p:spPr>
      </p:pic>
      <p:sp>
        <p:nvSpPr>
          <p:cNvPr id="60" name="Google Shape;60;p1"/>
          <p:cNvSpPr txBox="1"/>
          <p:nvPr/>
        </p:nvSpPr>
        <p:spPr>
          <a:xfrm>
            <a:off x="23437550" y="30238874"/>
            <a:ext cx="8199600" cy="461700"/>
          </a:xfrm>
          <a:prstGeom prst="rect">
            <a:avLst/>
          </a:prstGeom>
          <a:solidFill>
            <a:srgbClr val="BEDDF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rgbClr val="000000"/>
                </a:solidFill>
                <a:latin typeface="Rockwell"/>
                <a:ea typeface="Rockwell"/>
                <a:cs typeface="Rockwell"/>
                <a:sym typeface="Rockwell"/>
              </a:rPr>
              <a:t>Figure 5 Show the interpretation  bias game being played</a:t>
            </a:r>
            <a:endParaRPr sz="2400">
              <a:solidFill>
                <a:srgbClr val="000000"/>
              </a:solidFill>
              <a:latin typeface="Rockwell"/>
              <a:ea typeface="Rockwell"/>
              <a:cs typeface="Rockwell"/>
              <a:sym typeface="Rockwell"/>
            </a:endParaRPr>
          </a:p>
        </p:txBody>
      </p:sp>
      <p:sp>
        <p:nvSpPr>
          <p:cNvPr id="61" name="Google Shape;61;p1"/>
          <p:cNvSpPr txBox="1"/>
          <p:nvPr/>
        </p:nvSpPr>
        <p:spPr>
          <a:xfrm>
            <a:off x="23416250" y="31166425"/>
            <a:ext cx="8199600" cy="10066500"/>
          </a:xfrm>
          <a:prstGeom prst="rect">
            <a:avLst/>
          </a:prstGeom>
          <a:noFill/>
          <a:ln>
            <a:noFill/>
          </a:ln>
        </p:spPr>
        <p:txBody>
          <a:bodyPr anchorCtr="0" anchor="t" bIns="45700" lIns="91425" spcFirstLastPara="1" rIns="91425" wrap="square" tIns="45700">
            <a:spAutoFit/>
          </a:bodyPr>
          <a:lstStyle/>
          <a:p>
            <a:pPr indent="0" lvl="0" marL="0" marR="176022" rtl="0" algn="l">
              <a:lnSpc>
                <a:spcPct val="150000"/>
              </a:lnSpc>
              <a:spcBef>
                <a:spcPts val="600"/>
              </a:spcBef>
              <a:spcAft>
                <a:spcPts val="0"/>
              </a:spcAft>
              <a:buNone/>
            </a:pPr>
            <a:r>
              <a:rPr lang="en-US" sz="3600">
                <a:solidFill>
                  <a:srgbClr val="7030A0"/>
                </a:solidFill>
                <a:latin typeface="Rockwell"/>
                <a:ea typeface="Rockwell"/>
                <a:cs typeface="Rockwell"/>
                <a:sym typeface="Rockwell"/>
              </a:rPr>
              <a:t>The Cognitive Distortion Module</a:t>
            </a:r>
            <a:endParaRPr sz="2400">
              <a:solidFill>
                <a:srgbClr val="7030A0"/>
              </a:solidFill>
              <a:latin typeface="Rockwell"/>
              <a:ea typeface="Rockwell"/>
              <a:cs typeface="Rockwell"/>
              <a:sym typeface="Rockwell"/>
            </a:endParaRPr>
          </a:p>
          <a:p>
            <a:pPr indent="-457200" lvl="0" marL="457200" marR="176022" rtl="0" algn="l">
              <a:lnSpc>
                <a:spcPct val="150000"/>
              </a:lnSpc>
              <a:spcBef>
                <a:spcPts val="600"/>
              </a:spcBef>
              <a:spcAft>
                <a:spcPts val="0"/>
              </a:spcAft>
              <a:buClr>
                <a:srgbClr val="000000"/>
              </a:buClr>
              <a:buSzPts val="2800"/>
              <a:buFont typeface="Arial"/>
              <a:buChar char="•"/>
            </a:pPr>
            <a:r>
              <a:rPr lang="en-US" sz="2800">
                <a:solidFill>
                  <a:srgbClr val="000000"/>
                </a:solidFill>
                <a:latin typeface="Rockwell"/>
                <a:ea typeface="Rockwell"/>
                <a:cs typeface="Rockwell"/>
                <a:sym typeface="Rockwell"/>
              </a:rPr>
              <a:t>To help the user identify thinking errors, we have a practice module on TreadWill.</a:t>
            </a:r>
            <a:endParaRPr/>
          </a:p>
          <a:p>
            <a:pPr indent="-457200" lvl="0" marL="457200" marR="176022" rtl="0" algn="l">
              <a:lnSpc>
                <a:spcPct val="150000"/>
              </a:lnSpc>
              <a:spcBef>
                <a:spcPts val="600"/>
              </a:spcBef>
              <a:spcAft>
                <a:spcPts val="0"/>
              </a:spcAft>
              <a:buClr>
                <a:srgbClr val="000000"/>
              </a:buClr>
              <a:buSzPts val="2800"/>
              <a:buFont typeface="Arial"/>
              <a:buChar char="•"/>
            </a:pPr>
            <a:r>
              <a:rPr lang="en-US" sz="2800">
                <a:solidFill>
                  <a:srgbClr val="000000"/>
                </a:solidFill>
                <a:latin typeface="Rockwell"/>
                <a:ea typeface="Rockwell"/>
                <a:cs typeface="Rockwell"/>
                <a:sym typeface="Rockwell"/>
              </a:rPr>
              <a:t>The user is given a situation and a Negative-Automatic Thought. The user must select the Thinking error he feels is associated with it.</a:t>
            </a:r>
            <a:endParaRPr/>
          </a:p>
          <a:p>
            <a:pPr indent="-457200" lvl="0" marL="457200" marR="176022" rtl="0" algn="l">
              <a:lnSpc>
                <a:spcPct val="150000"/>
              </a:lnSpc>
              <a:spcBef>
                <a:spcPts val="600"/>
              </a:spcBef>
              <a:spcAft>
                <a:spcPts val="0"/>
              </a:spcAft>
              <a:buClr>
                <a:srgbClr val="000000"/>
              </a:buClr>
              <a:buSzPts val="2800"/>
              <a:buFont typeface="Arial"/>
              <a:buChar char="•"/>
            </a:pPr>
            <a:r>
              <a:rPr lang="en-US" sz="2800">
                <a:solidFill>
                  <a:srgbClr val="000000"/>
                </a:solidFill>
                <a:latin typeface="Rockwell"/>
                <a:ea typeface="Rockwell"/>
                <a:cs typeface="Rockwell"/>
                <a:sym typeface="Rockwell"/>
              </a:rPr>
              <a:t>Explanations as to why a particular Thinking error is suitable for the given situation and NAT were missing and therefore provided by me.</a:t>
            </a:r>
            <a:endParaRPr/>
          </a:p>
          <a:p>
            <a:pPr indent="-457200" lvl="0" marL="457200" marR="176022" rtl="0" algn="l">
              <a:lnSpc>
                <a:spcPct val="150000"/>
              </a:lnSpc>
              <a:spcBef>
                <a:spcPts val="600"/>
              </a:spcBef>
              <a:spcAft>
                <a:spcPts val="0"/>
              </a:spcAft>
              <a:buClr>
                <a:srgbClr val="000000"/>
              </a:buClr>
              <a:buSzPts val="2800"/>
              <a:buFont typeface="Arial"/>
              <a:buChar char="•"/>
            </a:pPr>
            <a:r>
              <a:rPr lang="en-US" sz="2800">
                <a:solidFill>
                  <a:srgbClr val="000000"/>
                </a:solidFill>
                <a:latin typeface="Rockwell"/>
                <a:ea typeface="Rockwell"/>
                <a:cs typeface="Rockwell"/>
                <a:sym typeface="Rockwell"/>
              </a:rPr>
              <a:t>Considerable progress was made into identifying and correcting possible errors in the module.</a:t>
            </a:r>
            <a:endParaRPr/>
          </a:p>
          <a:p>
            <a:pPr indent="0" lvl="0" marL="0" marR="0" rtl="0" algn="l">
              <a:spcBef>
                <a:spcPts val="0"/>
              </a:spcBef>
              <a:spcAft>
                <a:spcPts val="0"/>
              </a:spcAft>
              <a:buNone/>
            </a:pPr>
            <a:r>
              <a:t/>
            </a:r>
            <a:endParaRPr sz="2800">
              <a:solidFill>
                <a:srgbClr val="7030A0"/>
              </a:solidFill>
              <a:latin typeface="Rockwell"/>
              <a:ea typeface="Rockwell"/>
              <a:cs typeface="Rockwell"/>
              <a:sym typeface="Rockwell"/>
            </a:endParaRPr>
          </a:p>
        </p:txBody>
      </p:sp>
      <p:cxnSp>
        <p:nvCxnSpPr>
          <p:cNvPr descr="Horizontal Divider" id="62" name="Google Shape;62;p1"/>
          <p:cNvCxnSpPr/>
          <p:nvPr/>
        </p:nvCxnSpPr>
        <p:spPr>
          <a:xfrm flipH="1" rot="10800000">
            <a:off x="12208834" y="43441768"/>
            <a:ext cx="8928162" cy="1"/>
          </a:xfrm>
          <a:prstGeom prst="straightConnector1">
            <a:avLst/>
          </a:prstGeom>
          <a:noFill/>
          <a:ln cap="flat" cmpd="sng" w="25400">
            <a:solidFill>
              <a:schemeClr val="dk1"/>
            </a:solidFill>
            <a:prstDash val="dash"/>
            <a:round/>
            <a:headEnd len="sm" w="sm" type="none"/>
            <a:tailEnd len="sm" w="sm" type="none"/>
          </a:ln>
        </p:spPr>
      </p:cxnSp>
      <p:sp>
        <p:nvSpPr>
          <p:cNvPr id="63" name="Google Shape;63;p1"/>
          <p:cNvSpPr txBox="1"/>
          <p:nvPr/>
        </p:nvSpPr>
        <p:spPr>
          <a:xfrm>
            <a:off x="1624000" y="36876388"/>
            <a:ext cx="8928300" cy="3532500"/>
          </a:xfrm>
          <a:prstGeom prst="rect">
            <a:avLst/>
          </a:prstGeom>
          <a:noFill/>
          <a:ln>
            <a:noFill/>
          </a:ln>
        </p:spPr>
        <p:txBody>
          <a:bodyPr anchorCtr="0" anchor="ctr" bIns="45700" lIns="91425" spcFirstLastPara="1" rIns="91425" wrap="square" tIns="45700">
            <a:spAutoFit/>
          </a:bodyPr>
          <a:lstStyle/>
          <a:p>
            <a:pPr indent="-279400" lvl="0" marL="285750" marR="0" rtl="0" algn="l">
              <a:lnSpc>
                <a:spcPct val="150000"/>
              </a:lnSpc>
              <a:spcBef>
                <a:spcPts val="0"/>
              </a:spcBef>
              <a:spcAft>
                <a:spcPts val="0"/>
              </a:spcAft>
              <a:buClr>
                <a:srgbClr val="0070C0"/>
              </a:buClr>
              <a:buSzPts val="1700"/>
              <a:buFont typeface="Rockwell"/>
              <a:buChar char="•"/>
            </a:pPr>
            <a:r>
              <a:rPr lang="en-US" sz="1700">
                <a:solidFill>
                  <a:srgbClr val="0070C0"/>
                </a:solidFill>
                <a:latin typeface="Rockwell"/>
                <a:ea typeface="Rockwell"/>
                <a:cs typeface="Rockwell"/>
                <a:sym typeface="Rockwell"/>
              </a:rPr>
              <a:t>Positive Interpretation Training: Effects of Mental Imagery Versus Verbal Training on Positive Mood by, Emily A. Holmes, Andrew Mathews, Tim Dalgleish.</a:t>
            </a:r>
            <a:endParaRPr sz="1300">
              <a:latin typeface="Rockwell"/>
              <a:ea typeface="Rockwell"/>
              <a:cs typeface="Rockwell"/>
              <a:sym typeface="Rockwell"/>
            </a:endParaRPr>
          </a:p>
          <a:p>
            <a:pPr indent="-285750" lvl="0" marL="285750" marR="0" rtl="0" algn="l">
              <a:lnSpc>
                <a:spcPct val="150000"/>
              </a:lnSpc>
              <a:spcBef>
                <a:spcPts val="0"/>
              </a:spcBef>
              <a:spcAft>
                <a:spcPts val="0"/>
              </a:spcAft>
              <a:buClr>
                <a:srgbClr val="0070C0"/>
              </a:buClr>
              <a:buSzPts val="1800"/>
              <a:buFont typeface="Arial"/>
              <a:buChar char="•"/>
            </a:pPr>
            <a:r>
              <a:rPr lang="en-US" sz="1700">
                <a:solidFill>
                  <a:srgbClr val="0070C0"/>
                </a:solidFill>
                <a:latin typeface="Rockwell"/>
                <a:ea typeface="Rockwell"/>
                <a:cs typeface="Rockwell"/>
                <a:sym typeface="Rockwell"/>
              </a:rPr>
              <a:t>Cognitive Bias Modification Using Mental Imagery for Depression: Developing a Novel Computerized Intervention to Change Negative Thinking Styles</a:t>
            </a:r>
            <a:r>
              <a:rPr lang="en-US" sz="1500">
                <a:solidFill>
                  <a:srgbClr val="0070C0"/>
                </a:solidFill>
                <a:latin typeface="Rockwell"/>
                <a:ea typeface="Rockwell"/>
                <a:cs typeface="Rockwell"/>
                <a:sym typeface="Rockwell"/>
              </a:rPr>
              <a:t> </a:t>
            </a:r>
            <a:r>
              <a:rPr lang="en-US" sz="1700">
                <a:solidFill>
                  <a:srgbClr val="0070C0"/>
                </a:solidFill>
                <a:latin typeface="Rockwell"/>
                <a:ea typeface="Rockwell"/>
                <a:cs typeface="Rockwell"/>
                <a:sym typeface="Rockwell"/>
              </a:rPr>
              <a:t>by</a:t>
            </a:r>
            <a:r>
              <a:rPr lang="en-US" sz="1500">
                <a:solidFill>
                  <a:srgbClr val="0070C0"/>
                </a:solidFill>
                <a:latin typeface="Rockwell"/>
                <a:ea typeface="Rockwell"/>
                <a:cs typeface="Rockwell"/>
                <a:sym typeface="Rockwell"/>
              </a:rPr>
              <a:t> </a:t>
            </a:r>
            <a:r>
              <a:rPr lang="en-US" sz="1700">
                <a:solidFill>
                  <a:srgbClr val="0070C0"/>
                </a:solidFill>
                <a:latin typeface="Rockwell"/>
                <a:ea typeface="Rockwell"/>
                <a:cs typeface="Rockwell"/>
                <a:sym typeface="Rockwell"/>
              </a:rPr>
              <a:t>Tamara J. Lang, Simon E. Blackwell, Catherine J. Harmer, Phil Davison and Emily A. Holmes*.</a:t>
            </a:r>
            <a:endParaRPr sz="1300">
              <a:latin typeface="Rockwell"/>
              <a:ea typeface="Rockwell"/>
              <a:cs typeface="Rockwell"/>
              <a:sym typeface="Rockwell"/>
            </a:endParaRPr>
          </a:p>
          <a:p>
            <a:pPr indent="-279400" lvl="0" marL="285750" marR="0" rtl="0" algn="l">
              <a:lnSpc>
                <a:spcPct val="150000"/>
              </a:lnSpc>
              <a:spcBef>
                <a:spcPts val="0"/>
              </a:spcBef>
              <a:spcAft>
                <a:spcPts val="0"/>
              </a:spcAft>
              <a:buClr>
                <a:srgbClr val="0070C0"/>
              </a:buClr>
              <a:buSzPts val="1700"/>
              <a:buFont typeface="Rockwell"/>
              <a:buChar char="•"/>
            </a:pPr>
            <a:r>
              <a:rPr lang="en-US" sz="1700">
                <a:solidFill>
                  <a:srgbClr val="0070C0"/>
                </a:solidFill>
                <a:latin typeface="Rockwell"/>
                <a:ea typeface="Rockwell"/>
                <a:cs typeface="Rockwell"/>
                <a:sym typeface="Rockwell"/>
              </a:rPr>
              <a:t>Negative Interpretation Bias in Individuals with Depressive Symptoms by Alexandra H. Cowden Hindash ,Nader Amir.</a:t>
            </a:r>
            <a:endParaRPr sz="1300">
              <a:latin typeface="Rockwell"/>
              <a:ea typeface="Rockwell"/>
              <a:cs typeface="Rockwell"/>
              <a:sym typeface="Rockwell"/>
            </a:endParaRPr>
          </a:p>
          <a:p>
            <a:pPr indent="-279400" lvl="0" marL="285750" marR="0" rtl="0" algn="l">
              <a:lnSpc>
                <a:spcPct val="150000"/>
              </a:lnSpc>
              <a:spcBef>
                <a:spcPts val="0"/>
              </a:spcBef>
              <a:spcAft>
                <a:spcPts val="0"/>
              </a:spcAft>
              <a:buClr>
                <a:srgbClr val="0070C0"/>
              </a:buClr>
              <a:buSzPts val="1700"/>
              <a:buFont typeface="Rockwell"/>
              <a:buChar char="•"/>
            </a:pPr>
            <a:r>
              <a:rPr lang="en-US" sz="1700">
                <a:solidFill>
                  <a:srgbClr val="0070C0"/>
                </a:solidFill>
                <a:latin typeface="Rockwell"/>
                <a:ea typeface="Rockwell"/>
                <a:cs typeface="Rockwell"/>
                <a:sym typeface="Rockwell"/>
              </a:rPr>
              <a:t>Burns, D. D., &amp; Beck, A. T. (1999). Feeling good: The new mood therapy.</a:t>
            </a:r>
            <a:endParaRPr sz="1700">
              <a:solidFill>
                <a:srgbClr val="333333"/>
              </a:solidFill>
              <a:latin typeface="Rockwell"/>
              <a:ea typeface="Rockwell"/>
              <a:cs typeface="Rockwell"/>
              <a:sym typeface="Rockwell"/>
            </a:endParaRPr>
          </a:p>
          <a:p>
            <a:pPr indent="-457200" lvl="0" marL="571500" marR="0" rtl="0" algn="l">
              <a:spcBef>
                <a:spcPts val="0"/>
              </a:spcBef>
              <a:spcAft>
                <a:spcPts val="0"/>
              </a:spcAft>
              <a:buClr>
                <a:schemeClr val="dk1"/>
              </a:buClr>
              <a:buSzPts val="1800"/>
              <a:buFont typeface="Arial"/>
              <a:buNone/>
            </a:pPr>
            <a:r>
              <a:t/>
            </a:r>
            <a:endParaRPr sz="1800">
              <a:solidFill>
                <a:schemeClr val="accent6"/>
              </a:solidFill>
              <a:latin typeface="Rockwell"/>
              <a:ea typeface="Rockwell"/>
              <a:cs typeface="Rockwell"/>
              <a:sym typeface="Rockwell"/>
            </a:endParaRPr>
          </a:p>
        </p:txBody>
      </p:sp>
      <p:sp>
        <p:nvSpPr>
          <p:cNvPr id="64" name="Google Shape;64;p1"/>
          <p:cNvSpPr txBox="1"/>
          <p:nvPr/>
        </p:nvSpPr>
        <p:spPr>
          <a:xfrm>
            <a:off x="1595140" y="35694323"/>
            <a:ext cx="8990100" cy="708000"/>
          </a:xfrm>
          <a:prstGeom prst="rect">
            <a:avLst/>
          </a:prstGeom>
          <a:solidFill>
            <a:srgbClr val="7921AF"/>
          </a:solidFill>
          <a:ln>
            <a:noFill/>
          </a:ln>
        </p:spPr>
        <p:txBody>
          <a:bodyPr anchorCtr="0" anchor="t" bIns="45700" lIns="91425" spcFirstLastPara="1" rIns="91425" wrap="square" tIns="45700">
            <a:spAutoFit/>
          </a:bodyPr>
          <a:lstStyle/>
          <a:p>
            <a:pPr indent="0" lvl="0" marL="0" marR="0" rtl="0" algn="ctr">
              <a:lnSpc>
                <a:spcPct val="100975"/>
              </a:lnSpc>
              <a:spcBef>
                <a:spcPts val="0"/>
              </a:spcBef>
              <a:spcAft>
                <a:spcPts val="0"/>
              </a:spcAft>
              <a:buNone/>
            </a:pPr>
            <a:r>
              <a:rPr b="1" lang="en-US" sz="4000" u="none">
                <a:solidFill>
                  <a:schemeClr val="lt1"/>
                </a:solidFill>
                <a:latin typeface="Comic Sans MS"/>
                <a:ea typeface="Comic Sans MS"/>
                <a:cs typeface="Comic Sans MS"/>
                <a:sym typeface="Comic Sans MS"/>
              </a:rPr>
              <a:t>References</a:t>
            </a:r>
            <a:endParaRPr/>
          </a:p>
        </p:txBody>
      </p:sp>
      <p:sp>
        <p:nvSpPr>
          <p:cNvPr id="65" name="Google Shape;65;p1"/>
          <p:cNvSpPr txBox="1"/>
          <p:nvPr/>
        </p:nvSpPr>
        <p:spPr>
          <a:xfrm>
            <a:off x="12440475" y="6602425"/>
            <a:ext cx="9146100" cy="708000"/>
          </a:xfrm>
          <a:prstGeom prst="rect">
            <a:avLst/>
          </a:prstGeom>
          <a:solidFill>
            <a:srgbClr val="7921AF"/>
          </a:solidFill>
          <a:ln>
            <a:noFill/>
          </a:ln>
        </p:spPr>
        <p:txBody>
          <a:bodyPr anchorCtr="0" anchor="t" bIns="45700" lIns="91425" spcFirstLastPara="1" rIns="91425" wrap="square" tIns="45700">
            <a:spAutoFit/>
          </a:bodyPr>
          <a:lstStyle/>
          <a:p>
            <a:pPr indent="0" lvl="0" marL="0" marR="0" rtl="0" algn="ctr">
              <a:lnSpc>
                <a:spcPct val="100975"/>
              </a:lnSpc>
              <a:spcBef>
                <a:spcPts val="0"/>
              </a:spcBef>
              <a:spcAft>
                <a:spcPts val="0"/>
              </a:spcAft>
              <a:buNone/>
            </a:pPr>
            <a:r>
              <a:rPr b="1" lang="en-US" sz="4000" u="none">
                <a:solidFill>
                  <a:schemeClr val="lt1"/>
                </a:solidFill>
                <a:latin typeface="Comic Sans MS"/>
                <a:ea typeface="Comic Sans MS"/>
                <a:cs typeface="Comic Sans MS"/>
                <a:sym typeface="Comic Sans MS"/>
              </a:rPr>
              <a:t>Cognitive Distortions</a:t>
            </a:r>
            <a:endParaRPr/>
          </a:p>
        </p:txBody>
      </p:sp>
      <p:cxnSp>
        <p:nvCxnSpPr>
          <p:cNvPr id="66" name="Google Shape;66;p1"/>
          <p:cNvCxnSpPr/>
          <p:nvPr/>
        </p:nvCxnSpPr>
        <p:spPr>
          <a:xfrm>
            <a:off x="655" y="43634170"/>
            <a:ext cx="32918401" cy="0"/>
          </a:xfrm>
          <a:prstGeom prst="straightConnector1">
            <a:avLst/>
          </a:prstGeom>
          <a:noFill/>
          <a:ln cap="flat" cmpd="sng" w="9525">
            <a:solidFill>
              <a:schemeClr val="accent6"/>
            </a:solidFill>
            <a:prstDash val="solid"/>
            <a:miter lim="800000"/>
            <a:headEnd len="sm" w="sm" type="none"/>
            <a:tailEnd len="sm" w="sm" type="none"/>
          </a:ln>
          <a:effectLst>
            <a:outerShdw blurRad="50800" rotWithShape="0" algn="tr" dir="8100000" dist="38100">
              <a:srgbClr val="000000">
                <a:alpha val="40000"/>
              </a:srgbClr>
            </a:outerShdw>
            <a:reflection blurRad="0" dir="5400000" dist="101600" endA="300" endPos="55500" kx="0" rotWithShape="0" algn="bl" stA="50000" stPos="0" sy="-100000" ky="0"/>
          </a:effectLst>
        </p:spPr>
      </p:cxnSp>
      <p:cxnSp>
        <p:nvCxnSpPr>
          <p:cNvPr id="67" name="Google Shape;67;p1"/>
          <p:cNvCxnSpPr/>
          <p:nvPr/>
        </p:nvCxnSpPr>
        <p:spPr>
          <a:xfrm>
            <a:off x="609600" y="5234105"/>
            <a:ext cx="0" cy="38961895"/>
          </a:xfrm>
          <a:prstGeom prst="straightConnector1">
            <a:avLst/>
          </a:prstGeom>
          <a:noFill/>
          <a:ln cap="flat" cmpd="sng" w="9525">
            <a:solidFill>
              <a:schemeClr val="accent1"/>
            </a:solidFill>
            <a:prstDash val="solid"/>
            <a:miter lim="800000"/>
            <a:headEnd len="sm" w="sm" type="none"/>
            <a:tailEnd len="sm" w="sm" type="none"/>
          </a:ln>
        </p:spPr>
      </p:cxnSp>
      <p:cxnSp>
        <p:nvCxnSpPr>
          <p:cNvPr id="68" name="Google Shape;68;p1"/>
          <p:cNvCxnSpPr/>
          <p:nvPr/>
        </p:nvCxnSpPr>
        <p:spPr>
          <a:xfrm>
            <a:off x="655" y="6144527"/>
            <a:ext cx="32918401" cy="0"/>
          </a:xfrm>
          <a:prstGeom prst="straightConnector1">
            <a:avLst/>
          </a:prstGeom>
          <a:noFill/>
          <a:ln cap="flat" cmpd="sng" w="9525">
            <a:solidFill>
              <a:schemeClr val="accent1"/>
            </a:solidFill>
            <a:prstDash val="solid"/>
            <a:miter lim="800000"/>
            <a:headEnd len="sm" w="sm" type="none"/>
            <a:tailEnd len="sm" w="sm" type="none"/>
          </a:ln>
        </p:spPr>
      </p:cxnSp>
      <p:cxnSp>
        <p:nvCxnSpPr>
          <p:cNvPr id="69" name="Google Shape;69;p1"/>
          <p:cNvCxnSpPr/>
          <p:nvPr/>
        </p:nvCxnSpPr>
        <p:spPr>
          <a:xfrm>
            <a:off x="32080200" y="5317348"/>
            <a:ext cx="0" cy="39019333"/>
          </a:xfrm>
          <a:prstGeom prst="straightConnector1">
            <a:avLst/>
          </a:prstGeom>
          <a:noFill/>
          <a:ln cap="flat" cmpd="sng" w="9525">
            <a:solidFill>
              <a:schemeClr val="accent1"/>
            </a:solidFill>
            <a:prstDash val="solid"/>
            <a:miter lim="800000"/>
            <a:headEnd len="sm" w="sm" type="none"/>
            <a:tailEnd len="sm" w="sm" type="none"/>
          </a:ln>
        </p:spPr>
      </p:cxnSp>
    </p:spTree>
  </p:cSld>
  <p:clrMapOvr>
    <a:masterClrMapping/>
  </p:clrMapOvr>
</p:sld>
</file>

<file path=ppt/theme/theme1.xml><?xml version="1.0" encoding="utf-8"?>
<a:theme xmlns:a="http://schemas.openxmlformats.org/drawingml/2006/main" xmlns:r="http://schemas.openxmlformats.org/officeDocument/2006/relationships" name="Research Poster Template">
  <a:themeElements>
    <a:clrScheme name="UB Color Palette">
      <a:dk1>
        <a:srgbClr val="666666"/>
      </a:dk1>
      <a:lt1>
        <a:srgbClr val="FFFFFF"/>
      </a:lt1>
      <a:dk2>
        <a:srgbClr val="005BBB"/>
      </a:dk2>
      <a:lt2>
        <a:srgbClr val="FFFFFF"/>
      </a:lt2>
      <a:accent1>
        <a:srgbClr val="005BBB"/>
      </a:accent1>
      <a:accent2>
        <a:srgbClr val="41B6E6"/>
      </a:accent2>
      <a:accent3>
        <a:srgbClr val="E56D54"/>
      </a:accent3>
      <a:accent4>
        <a:srgbClr val="666666"/>
      </a:accent4>
      <a:accent5>
        <a:srgbClr val="007681"/>
      </a:accent5>
      <a:accent6>
        <a:srgbClr val="003E51"/>
      </a:accent6>
      <a:hlink>
        <a:srgbClr val="186BB7"/>
      </a:hlink>
      <a:folHlink>
        <a:srgbClr val="D86A4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2016-09-29T18:43:16Z</dcterms:created>
  <dc:creator>Piyush Patel</dc:creator>
</cp:coreProperties>
</file>